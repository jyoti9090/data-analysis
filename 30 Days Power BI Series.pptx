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4211300" cy="20104100"/>
  <p:notesSz cx="142113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5847" y="6232271"/>
            <a:ext cx="12079605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1695" y="11258296"/>
            <a:ext cx="994791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10565" y="4623943"/>
            <a:ext cx="618191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318819" y="4623943"/>
            <a:ext cx="618191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565" y="804164"/>
            <a:ext cx="12790170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565" y="4623943"/>
            <a:ext cx="1279017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831842" y="18696814"/>
            <a:ext cx="4547616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10565" y="18696814"/>
            <a:ext cx="326859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232136" y="18696814"/>
            <a:ext cx="326859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83734" y="1283908"/>
            <a:ext cx="8546465" cy="66167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350">
                <a:latin typeface="Tahoma"/>
                <a:cs typeface="Tahoma"/>
              </a:rPr>
              <a:t>30</a:t>
            </a:r>
            <a:r>
              <a:rPr dirty="0" sz="3350" spc="-145">
                <a:latin typeface="Tahoma"/>
                <a:cs typeface="Tahoma"/>
              </a:rPr>
              <a:t> </a:t>
            </a:r>
            <a:r>
              <a:rPr dirty="0" sz="3350">
                <a:latin typeface="Tahoma"/>
                <a:cs typeface="Tahoma"/>
              </a:rPr>
              <a:t>Days</a:t>
            </a:r>
            <a:r>
              <a:rPr dirty="0" sz="3350" spc="-140">
                <a:latin typeface="Tahoma"/>
                <a:cs typeface="Tahoma"/>
              </a:rPr>
              <a:t> </a:t>
            </a:r>
            <a:r>
              <a:rPr dirty="0" sz="3350" spc="110">
                <a:latin typeface="Tahoma"/>
                <a:cs typeface="Tahoma"/>
              </a:rPr>
              <a:t>Power</a:t>
            </a:r>
            <a:r>
              <a:rPr dirty="0" sz="3350" spc="-145">
                <a:latin typeface="Tahoma"/>
                <a:cs typeface="Tahoma"/>
              </a:rPr>
              <a:t> </a:t>
            </a:r>
            <a:r>
              <a:rPr dirty="0" sz="3350" spc="-235">
                <a:latin typeface="Tahoma"/>
                <a:cs typeface="Tahoma"/>
              </a:rPr>
              <a:t>BI</a:t>
            </a:r>
            <a:r>
              <a:rPr dirty="0" sz="3350" spc="-140">
                <a:latin typeface="Tahoma"/>
                <a:cs typeface="Tahoma"/>
              </a:rPr>
              <a:t> </a:t>
            </a:r>
            <a:r>
              <a:rPr dirty="0" sz="3350" spc="-10">
                <a:latin typeface="Tahoma"/>
                <a:cs typeface="Tahoma"/>
              </a:rPr>
              <a:t>Series</a:t>
            </a:r>
            <a:endParaRPr sz="3350">
              <a:latin typeface="Tahoma"/>
              <a:cs typeface="Tahoma"/>
            </a:endParaRPr>
          </a:p>
          <a:p>
            <a:pPr marL="12700" marR="4617720">
              <a:lnSpc>
                <a:spcPct val="128000"/>
              </a:lnSpc>
              <a:spcBef>
                <a:spcPts val="2620"/>
              </a:spcBef>
            </a:pP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Introduction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Microsoft</a:t>
            </a:r>
            <a:r>
              <a:rPr dirty="0" sz="1550" spc="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12121"/>
                </a:solidFill>
                <a:latin typeface="Tahoma"/>
                <a:cs typeface="Tahoma"/>
              </a:rPr>
              <a:t>BI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INTRODUCTION</a:t>
            </a:r>
            <a:r>
              <a:rPr dirty="0" sz="1550" spc="1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1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MICROSOFT</a:t>
            </a:r>
            <a:r>
              <a:rPr dirty="0" sz="1550" spc="1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1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60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endParaRPr sz="1550">
              <a:latin typeface="Tahoma"/>
              <a:cs typeface="Tahoma"/>
            </a:endParaRPr>
          </a:p>
          <a:p>
            <a:pPr marL="12700" marR="5257165">
              <a:lnSpc>
                <a:spcPct val="128000"/>
              </a:lnSpc>
            </a:pP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550" spc="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cutting-edge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dirty="0" sz="1550" spc="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analytics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tool</a:t>
            </a:r>
            <a:endParaRPr sz="1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750" spc="75">
                <a:latin typeface="Tahoma"/>
                <a:cs typeface="Tahoma"/>
              </a:rPr>
              <a:t>WHAT</a:t>
            </a:r>
            <a:r>
              <a:rPr dirty="0" sz="2750" spc="-25">
                <a:latin typeface="Tahoma"/>
                <a:cs typeface="Tahoma"/>
              </a:rPr>
              <a:t> </a:t>
            </a:r>
            <a:r>
              <a:rPr dirty="0" sz="2750" spc="-215">
                <a:latin typeface="Tahoma"/>
                <a:cs typeface="Tahoma"/>
              </a:rPr>
              <a:t>IS</a:t>
            </a:r>
            <a:r>
              <a:rPr dirty="0" sz="2750" spc="-25">
                <a:latin typeface="Tahoma"/>
                <a:cs typeface="Tahoma"/>
              </a:rPr>
              <a:t> </a:t>
            </a:r>
            <a:r>
              <a:rPr dirty="0" sz="2750">
                <a:latin typeface="Tahoma"/>
                <a:cs typeface="Tahoma"/>
              </a:rPr>
              <a:t>MICROSOFT</a:t>
            </a:r>
            <a:r>
              <a:rPr dirty="0" sz="2750" spc="-25">
                <a:latin typeface="Tahoma"/>
                <a:cs typeface="Tahoma"/>
              </a:rPr>
              <a:t> </a:t>
            </a:r>
            <a:r>
              <a:rPr dirty="0" sz="2750">
                <a:latin typeface="Tahoma"/>
                <a:cs typeface="Tahoma"/>
              </a:rPr>
              <a:t>POWER</a:t>
            </a:r>
            <a:r>
              <a:rPr dirty="0" sz="2750" spc="-25">
                <a:latin typeface="Tahoma"/>
                <a:cs typeface="Tahoma"/>
              </a:rPr>
              <a:t> BI?</a:t>
            </a:r>
            <a:endParaRPr sz="2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60"/>
              </a:spcBef>
            </a:pPr>
            <a:r>
              <a:rPr dirty="0" sz="2150">
                <a:latin typeface="Tahoma"/>
                <a:cs typeface="Tahoma"/>
              </a:rPr>
              <a:t>OVERVIEW</a:t>
            </a:r>
            <a:r>
              <a:rPr dirty="0" sz="2150" spc="70">
                <a:latin typeface="Tahoma"/>
                <a:cs typeface="Tahoma"/>
              </a:rPr>
              <a:t> </a:t>
            </a:r>
            <a:r>
              <a:rPr dirty="0" sz="2150" spc="50">
                <a:latin typeface="Tahoma"/>
                <a:cs typeface="Tahoma"/>
              </a:rPr>
              <a:t>OF</a:t>
            </a:r>
            <a:r>
              <a:rPr dirty="0" sz="2150" spc="70">
                <a:latin typeface="Tahoma"/>
                <a:cs typeface="Tahoma"/>
              </a:rPr>
              <a:t> </a:t>
            </a:r>
            <a:r>
              <a:rPr dirty="0" sz="2150">
                <a:latin typeface="Tahoma"/>
                <a:cs typeface="Tahoma"/>
              </a:rPr>
              <a:t>MICROSOFT</a:t>
            </a:r>
            <a:r>
              <a:rPr dirty="0" sz="2150" spc="65">
                <a:latin typeface="Tahoma"/>
                <a:cs typeface="Tahoma"/>
              </a:rPr>
              <a:t> </a:t>
            </a:r>
            <a:r>
              <a:rPr dirty="0" sz="2150">
                <a:latin typeface="Tahoma"/>
                <a:cs typeface="Tahoma"/>
              </a:rPr>
              <a:t>POWER</a:t>
            </a:r>
            <a:r>
              <a:rPr dirty="0" sz="2150" spc="70">
                <a:latin typeface="Tahoma"/>
                <a:cs typeface="Tahoma"/>
              </a:rPr>
              <a:t> </a:t>
            </a:r>
            <a:r>
              <a:rPr dirty="0" sz="2150" spc="-25">
                <a:latin typeface="Tahoma"/>
                <a:cs typeface="Tahoma"/>
              </a:rPr>
              <a:t>BI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550" spc="85">
                <a:latin typeface="Tahoma"/>
                <a:cs typeface="Tahoma"/>
              </a:rPr>
              <a:t>Cloud-based</a:t>
            </a:r>
            <a:r>
              <a:rPr dirty="0" sz="1550" spc="18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business</a:t>
            </a:r>
            <a:r>
              <a:rPr dirty="0" sz="1550" spc="180">
                <a:latin typeface="Tahoma"/>
                <a:cs typeface="Tahoma"/>
              </a:rPr>
              <a:t> </a:t>
            </a:r>
            <a:r>
              <a:rPr dirty="0" sz="1550" spc="55">
                <a:latin typeface="Tahoma"/>
                <a:cs typeface="Tahoma"/>
              </a:rPr>
              <a:t>intelligence</a:t>
            </a:r>
            <a:endParaRPr sz="1550">
              <a:latin typeface="Tahoma"/>
              <a:cs typeface="Tahoma"/>
            </a:endParaRPr>
          </a:p>
          <a:p>
            <a:pPr marL="12700" marR="256540">
              <a:lnSpc>
                <a:spcPts val="2390"/>
              </a:lnSpc>
              <a:spcBef>
                <a:spcPts val="160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cloud-based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intelligence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service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provides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single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view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your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most</a:t>
            </a:r>
            <a:r>
              <a:rPr dirty="0" sz="1550" spc="1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critical</a:t>
            </a:r>
            <a:r>
              <a:rPr dirty="0" sz="155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dirty="0" sz="155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data,</a:t>
            </a:r>
            <a:r>
              <a:rPr dirty="0" sz="155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accessible</a:t>
            </a:r>
            <a:r>
              <a:rPr dirty="0" sz="155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from</a:t>
            </a:r>
            <a:r>
              <a:rPr dirty="0" sz="155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anywhere</a:t>
            </a:r>
            <a:r>
              <a:rPr dirty="0" sz="155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with</a:t>
            </a:r>
            <a:r>
              <a:rPr dirty="0" sz="155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internet</a:t>
            </a:r>
            <a:r>
              <a:rPr dirty="0" sz="1550" spc="1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access.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550">
                <a:latin typeface="Tahoma"/>
                <a:cs typeface="Tahoma"/>
              </a:rPr>
              <a:t>Data</a:t>
            </a:r>
            <a:r>
              <a:rPr dirty="0" sz="1550" spc="5">
                <a:latin typeface="Tahoma"/>
                <a:cs typeface="Tahoma"/>
              </a:rPr>
              <a:t> </a:t>
            </a:r>
            <a:r>
              <a:rPr dirty="0" sz="1550" spc="50">
                <a:latin typeface="Tahoma"/>
                <a:cs typeface="Tahoma"/>
              </a:rPr>
              <a:t>integration</a:t>
            </a:r>
            <a:r>
              <a:rPr dirty="0" sz="1550" spc="5">
                <a:latin typeface="Tahoma"/>
                <a:cs typeface="Tahoma"/>
              </a:rPr>
              <a:t> </a:t>
            </a:r>
            <a:r>
              <a:rPr dirty="0" sz="1550" spc="60">
                <a:latin typeface="Tahoma"/>
                <a:cs typeface="Tahoma"/>
              </a:rPr>
              <a:t>and</a:t>
            </a:r>
            <a:r>
              <a:rPr dirty="0" sz="1550" spc="5">
                <a:latin typeface="Tahoma"/>
                <a:cs typeface="Tahoma"/>
              </a:rPr>
              <a:t> </a:t>
            </a:r>
            <a:r>
              <a:rPr dirty="0" sz="1550" spc="60">
                <a:latin typeface="Tahoma"/>
                <a:cs typeface="Tahoma"/>
              </a:rPr>
              <a:t>connectivity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ts val="2390"/>
              </a:lnSpc>
              <a:spcBef>
                <a:spcPts val="160"/>
              </a:spcBef>
            </a:pP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With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20">
                <a:solidFill>
                  <a:srgbClr val="212121"/>
                </a:solidFill>
                <a:latin typeface="Tahoma"/>
                <a:cs typeface="Tahoma"/>
              </a:rPr>
              <a:t>BI,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connect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wide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range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sources,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including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Excel,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SQL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Server,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cloud-based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services,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create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interactive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dashboards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reports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provide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actionable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 insights.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550">
                <a:latin typeface="Tahoma"/>
                <a:cs typeface="Tahoma"/>
              </a:rPr>
              <a:t>Interactive</a:t>
            </a:r>
            <a:r>
              <a:rPr dirty="0" sz="1550" spc="105">
                <a:latin typeface="Tahoma"/>
                <a:cs typeface="Tahoma"/>
              </a:rPr>
              <a:t> </a:t>
            </a:r>
            <a:r>
              <a:rPr dirty="0" sz="1550" spc="65">
                <a:latin typeface="Tahoma"/>
                <a:cs typeface="Tahoma"/>
              </a:rPr>
              <a:t>dashboards</a:t>
            </a:r>
            <a:r>
              <a:rPr dirty="0" sz="1550" spc="100">
                <a:latin typeface="Tahoma"/>
                <a:cs typeface="Tahoma"/>
              </a:rPr>
              <a:t> </a:t>
            </a:r>
            <a:r>
              <a:rPr dirty="0" sz="1550" spc="60">
                <a:latin typeface="Tahoma"/>
                <a:cs typeface="Tahoma"/>
              </a:rPr>
              <a:t>and</a:t>
            </a:r>
            <a:r>
              <a:rPr dirty="0" sz="1550" spc="100">
                <a:latin typeface="Tahoma"/>
                <a:cs typeface="Tahoma"/>
              </a:rPr>
              <a:t> </a:t>
            </a:r>
            <a:r>
              <a:rPr dirty="0" sz="1550" spc="50">
                <a:latin typeface="Tahoma"/>
                <a:cs typeface="Tahoma"/>
              </a:rPr>
              <a:t>reports</a:t>
            </a:r>
            <a:endParaRPr sz="1550">
              <a:latin typeface="Tahoma"/>
              <a:cs typeface="Tahoma"/>
            </a:endParaRPr>
          </a:p>
          <a:p>
            <a:pPr marL="12700" marR="1083310">
              <a:lnSpc>
                <a:spcPct val="128000"/>
              </a:lnSpc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allows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create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interactive,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immersive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dashboards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reports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12121"/>
                </a:solidFill>
                <a:latin typeface="Tahoma"/>
                <a:cs typeface="Tahoma"/>
              </a:rPr>
              <a:t>that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provide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actionable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insights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drive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results.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116221" y="8497634"/>
            <a:ext cx="9976485" cy="8843010"/>
            <a:chOff x="2116221" y="8497634"/>
            <a:chExt cx="9976485" cy="8843010"/>
          </a:xfrm>
        </p:grpSpPr>
        <p:sp>
          <p:nvSpPr>
            <p:cNvPr id="4" name="object 4" descr=""/>
            <p:cNvSpPr/>
            <p:nvPr/>
          </p:nvSpPr>
          <p:spPr>
            <a:xfrm>
              <a:off x="2116221" y="8497634"/>
              <a:ext cx="9976485" cy="8843010"/>
            </a:xfrm>
            <a:custGeom>
              <a:avLst/>
              <a:gdLst/>
              <a:ahLst/>
              <a:cxnLst/>
              <a:rect l="l" t="t" r="r" b="b"/>
              <a:pathLst>
                <a:path w="9976485" h="8843010">
                  <a:moveTo>
                    <a:pt x="10058400" y="8915400"/>
                  </a:moveTo>
                  <a:lnTo>
                    <a:pt x="0" y="8915400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8915400"/>
                  </a:lnTo>
                  <a:close/>
                </a:path>
              </a:pathLst>
            </a:custGeom>
            <a:solidFill>
              <a:srgbClr val="CC6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098158" y="13107973"/>
              <a:ext cx="2273935" cy="3325495"/>
            </a:xfrm>
            <a:custGeom>
              <a:avLst/>
              <a:gdLst/>
              <a:ahLst/>
              <a:cxnLst/>
              <a:rect l="l" t="t" r="r" b="b"/>
              <a:pathLst>
                <a:path w="2273934" h="3325494">
                  <a:moveTo>
                    <a:pt x="610932" y="3325490"/>
                  </a:moveTo>
                  <a:lnTo>
                    <a:pt x="557211" y="3324638"/>
                  </a:lnTo>
                  <a:lnTo>
                    <a:pt x="503915" y="3322101"/>
                  </a:lnTo>
                  <a:lnTo>
                    <a:pt x="451070" y="3317903"/>
                  </a:lnTo>
                  <a:lnTo>
                    <a:pt x="398702" y="3312072"/>
                  </a:lnTo>
                  <a:lnTo>
                    <a:pt x="346836" y="3304631"/>
                  </a:lnTo>
                  <a:lnTo>
                    <a:pt x="295499" y="3295607"/>
                  </a:lnTo>
                  <a:lnTo>
                    <a:pt x="244715" y="3285027"/>
                  </a:lnTo>
                  <a:lnTo>
                    <a:pt x="194511" y="3272914"/>
                  </a:lnTo>
                  <a:lnTo>
                    <a:pt x="144911" y="3259296"/>
                  </a:lnTo>
                  <a:lnTo>
                    <a:pt x="95943" y="3244198"/>
                  </a:lnTo>
                  <a:lnTo>
                    <a:pt x="47630" y="3227646"/>
                  </a:lnTo>
                  <a:lnTo>
                    <a:pt x="6414" y="3212086"/>
                  </a:lnTo>
                  <a:lnTo>
                    <a:pt x="50226" y="3194247"/>
                  </a:lnTo>
                  <a:lnTo>
                    <a:pt x="93520" y="3175155"/>
                  </a:lnTo>
                  <a:lnTo>
                    <a:pt x="136157" y="3154878"/>
                  </a:lnTo>
                  <a:lnTo>
                    <a:pt x="178117" y="3133438"/>
                  </a:lnTo>
                  <a:lnTo>
                    <a:pt x="219380" y="3110854"/>
                  </a:lnTo>
                  <a:lnTo>
                    <a:pt x="259923" y="3087147"/>
                  </a:lnTo>
                  <a:lnTo>
                    <a:pt x="299727" y="3062340"/>
                  </a:lnTo>
                  <a:lnTo>
                    <a:pt x="338771" y="3036452"/>
                  </a:lnTo>
                  <a:lnTo>
                    <a:pt x="377033" y="3009505"/>
                  </a:lnTo>
                  <a:lnTo>
                    <a:pt x="414492" y="2981519"/>
                  </a:lnTo>
                  <a:lnTo>
                    <a:pt x="451129" y="2952516"/>
                  </a:lnTo>
                  <a:lnTo>
                    <a:pt x="486921" y="2922515"/>
                  </a:lnTo>
                  <a:lnTo>
                    <a:pt x="521847" y="2891539"/>
                  </a:lnTo>
                  <a:lnTo>
                    <a:pt x="555888" y="2859608"/>
                  </a:lnTo>
                  <a:lnTo>
                    <a:pt x="589022" y="2826743"/>
                  </a:lnTo>
                  <a:lnTo>
                    <a:pt x="621228" y="2792965"/>
                  </a:lnTo>
                  <a:lnTo>
                    <a:pt x="652485" y="2758295"/>
                  </a:lnTo>
                  <a:lnTo>
                    <a:pt x="682773" y="2722754"/>
                  </a:lnTo>
                  <a:lnTo>
                    <a:pt x="712070" y="2686362"/>
                  </a:lnTo>
                  <a:lnTo>
                    <a:pt x="740355" y="2649141"/>
                  </a:lnTo>
                  <a:lnTo>
                    <a:pt x="767608" y="2611111"/>
                  </a:lnTo>
                  <a:lnTo>
                    <a:pt x="793808" y="2572293"/>
                  </a:lnTo>
                  <a:lnTo>
                    <a:pt x="818934" y="2532709"/>
                  </a:lnTo>
                  <a:lnTo>
                    <a:pt x="842964" y="2492379"/>
                  </a:lnTo>
                  <a:lnTo>
                    <a:pt x="865878" y="2451324"/>
                  </a:lnTo>
                  <a:lnTo>
                    <a:pt x="887656" y="2409565"/>
                  </a:lnTo>
                  <a:lnTo>
                    <a:pt x="908275" y="2367123"/>
                  </a:lnTo>
                  <a:lnTo>
                    <a:pt x="927716" y="2324019"/>
                  </a:lnTo>
                  <a:lnTo>
                    <a:pt x="945957" y="2280274"/>
                  </a:lnTo>
                  <a:lnTo>
                    <a:pt x="962978" y="2235908"/>
                  </a:lnTo>
                  <a:lnTo>
                    <a:pt x="978757" y="2190943"/>
                  </a:lnTo>
                  <a:lnTo>
                    <a:pt x="993273" y="2145399"/>
                  </a:lnTo>
                  <a:lnTo>
                    <a:pt x="1006507" y="2099298"/>
                  </a:lnTo>
                  <a:lnTo>
                    <a:pt x="1018436" y="2052660"/>
                  </a:lnTo>
                  <a:lnTo>
                    <a:pt x="1029040" y="2005506"/>
                  </a:lnTo>
                  <a:lnTo>
                    <a:pt x="1038298" y="1957858"/>
                  </a:lnTo>
                  <a:lnTo>
                    <a:pt x="1046189" y="1909735"/>
                  </a:lnTo>
                  <a:lnTo>
                    <a:pt x="1052692" y="1861160"/>
                  </a:lnTo>
                  <a:lnTo>
                    <a:pt x="1057787" y="1812152"/>
                  </a:lnTo>
                  <a:lnTo>
                    <a:pt x="1061451" y="1762733"/>
                  </a:lnTo>
                  <a:lnTo>
                    <a:pt x="1063666" y="1712923"/>
                  </a:lnTo>
                  <a:lnTo>
                    <a:pt x="1064408" y="1662745"/>
                  </a:lnTo>
                  <a:lnTo>
                    <a:pt x="1063695" y="1614576"/>
                  </a:lnTo>
                  <a:lnTo>
                    <a:pt x="1061451" y="1562755"/>
                  </a:lnTo>
                  <a:lnTo>
                    <a:pt x="1057787" y="1513335"/>
                  </a:lnTo>
                  <a:lnTo>
                    <a:pt x="1052692" y="1464327"/>
                  </a:lnTo>
                  <a:lnTo>
                    <a:pt x="1046189" y="1415750"/>
                  </a:lnTo>
                  <a:lnTo>
                    <a:pt x="1038298" y="1367627"/>
                  </a:lnTo>
                  <a:lnTo>
                    <a:pt x="1029040" y="1319978"/>
                  </a:lnTo>
                  <a:lnTo>
                    <a:pt x="1018436" y="1272824"/>
                  </a:lnTo>
                  <a:lnTo>
                    <a:pt x="1006507" y="1226186"/>
                  </a:lnTo>
                  <a:lnTo>
                    <a:pt x="993273" y="1180084"/>
                  </a:lnTo>
                  <a:lnTo>
                    <a:pt x="978757" y="1134541"/>
                  </a:lnTo>
                  <a:lnTo>
                    <a:pt x="962978" y="1089575"/>
                  </a:lnTo>
                  <a:lnTo>
                    <a:pt x="945957" y="1045210"/>
                  </a:lnTo>
                  <a:lnTo>
                    <a:pt x="927716" y="1001464"/>
                  </a:lnTo>
                  <a:lnTo>
                    <a:pt x="908275" y="958360"/>
                  </a:lnTo>
                  <a:lnTo>
                    <a:pt x="887656" y="915918"/>
                  </a:lnTo>
                  <a:lnTo>
                    <a:pt x="865878" y="874159"/>
                  </a:lnTo>
                  <a:lnTo>
                    <a:pt x="842964" y="833105"/>
                  </a:lnTo>
                  <a:lnTo>
                    <a:pt x="818934" y="792775"/>
                  </a:lnTo>
                  <a:lnTo>
                    <a:pt x="793808" y="753191"/>
                  </a:lnTo>
                  <a:lnTo>
                    <a:pt x="767608" y="714374"/>
                  </a:lnTo>
                  <a:lnTo>
                    <a:pt x="740355" y="676344"/>
                  </a:lnTo>
                  <a:lnTo>
                    <a:pt x="712070" y="639123"/>
                  </a:lnTo>
                  <a:lnTo>
                    <a:pt x="682773" y="602731"/>
                  </a:lnTo>
                  <a:lnTo>
                    <a:pt x="652485" y="567190"/>
                  </a:lnTo>
                  <a:lnTo>
                    <a:pt x="621228" y="532520"/>
                  </a:lnTo>
                  <a:lnTo>
                    <a:pt x="589022" y="498743"/>
                  </a:lnTo>
                  <a:lnTo>
                    <a:pt x="555888" y="465878"/>
                  </a:lnTo>
                  <a:lnTo>
                    <a:pt x="521847" y="433947"/>
                  </a:lnTo>
                  <a:lnTo>
                    <a:pt x="486921" y="402972"/>
                  </a:lnTo>
                  <a:lnTo>
                    <a:pt x="451129" y="372972"/>
                  </a:lnTo>
                  <a:lnTo>
                    <a:pt x="414492" y="343968"/>
                  </a:lnTo>
                  <a:lnTo>
                    <a:pt x="377033" y="315983"/>
                  </a:lnTo>
                  <a:lnTo>
                    <a:pt x="338771" y="289036"/>
                  </a:lnTo>
                  <a:lnTo>
                    <a:pt x="299727" y="263148"/>
                  </a:lnTo>
                  <a:lnTo>
                    <a:pt x="259923" y="238341"/>
                  </a:lnTo>
                  <a:lnTo>
                    <a:pt x="219380" y="214635"/>
                  </a:lnTo>
                  <a:lnTo>
                    <a:pt x="178117" y="192051"/>
                  </a:lnTo>
                  <a:lnTo>
                    <a:pt x="136157" y="170611"/>
                  </a:lnTo>
                  <a:lnTo>
                    <a:pt x="93520" y="150334"/>
                  </a:lnTo>
                  <a:lnTo>
                    <a:pt x="50226" y="131242"/>
                  </a:lnTo>
                  <a:lnTo>
                    <a:pt x="6298" y="113356"/>
                  </a:lnTo>
                  <a:lnTo>
                    <a:pt x="53488" y="95751"/>
                  </a:lnTo>
                  <a:lnTo>
                    <a:pt x="101341" y="79547"/>
                  </a:lnTo>
                  <a:lnTo>
                    <a:pt x="149834" y="64769"/>
                  </a:lnTo>
                  <a:lnTo>
                    <a:pt x="198941" y="51440"/>
                  </a:lnTo>
                  <a:lnTo>
                    <a:pt x="248637" y="39587"/>
                  </a:lnTo>
                  <a:lnTo>
                    <a:pt x="298898" y="29233"/>
                  </a:lnTo>
                  <a:lnTo>
                    <a:pt x="349699" y="20404"/>
                  </a:lnTo>
                  <a:lnTo>
                    <a:pt x="401015" y="13125"/>
                  </a:lnTo>
                  <a:lnTo>
                    <a:pt x="452821" y="7420"/>
                  </a:lnTo>
                  <a:lnTo>
                    <a:pt x="505092" y="3314"/>
                  </a:lnTo>
                  <a:lnTo>
                    <a:pt x="557804" y="832"/>
                  </a:lnTo>
                  <a:lnTo>
                    <a:pt x="610932" y="0"/>
                  </a:lnTo>
                  <a:lnTo>
                    <a:pt x="659101" y="684"/>
                  </a:lnTo>
                  <a:lnTo>
                    <a:pt x="706930" y="2724"/>
                  </a:lnTo>
                  <a:lnTo>
                    <a:pt x="754401" y="6103"/>
                  </a:lnTo>
                  <a:lnTo>
                    <a:pt x="801496" y="10800"/>
                  </a:lnTo>
                  <a:lnTo>
                    <a:pt x="848195" y="16799"/>
                  </a:lnTo>
                  <a:lnTo>
                    <a:pt x="894481" y="24080"/>
                  </a:lnTo>
                  <a:lnTo>
                    <a:pt x="940335" y="32624"/>
                  </a:lnTo>
                  <a:lnTo>
                    <a:pt x="985738" y="42414"/>
                  </a:lnTo>
                  <a:lnTo>
                    <a:pt x="1030672" y="53431"/>
                  </a:lnTo>
                  <a:lnTo>
                    <a:pt x="1075119" y="65657"/>
                  </a:lnTo>
                  <a:lnTo>
                    <a:pt x="1119060" y="79072"/>
                  </a:lnTo>
                  <a:lnTo>
                    <a:pt x="1162476" y="93658"/>
                  </a:lnTo>
                  <a:lnTo>
                    <a:pt x="1205350" y="109398"/>
                  </a:lnTo>
                  <a:lnTo>
                    <a:pt x="1247662" y="126272"/>
                  </a:lnTo>
                  <a:lnTo>
                    <a:pt x="1289394" y="144262"/>
                  </a:lnTo>
                  <a:lnTo>
                    <a:pt x="1330528" y="163349"/>
                  </a:lnTo>
                  <a:lnTo>
                    <a:pt x="1371045" y="183516"/>
                  </a:lnTo>
                  <a:lnTo>
                    <a:pt x="1410926" y="204743"/>
                  </a:lnTo>
                  <a:lnTo>
                    <a:pt x="1450154" y="227012"/>
                  </a:lnTo>
                  <a:lnTo>
                    <a:pt x="1488709" y="250304"/>
                  </a:lnTo>
                  <a:lnTo>
                    <a:pt x="1526574" y="274602"/>
                  </a:lnTo>
                  <a:lnTo>
                    <a:pt x="1563729" y="299886"/>
                  </a:lnTo>
                  <a:lnTo>
                    <a:pt x="1600157" y="326138"/>
                  </a:lnTo>
                  <a:lnTo>
                    <a:pt x="1635838" y="353340"/>
                  </a:lnTo>
                  <a:lnTo>
                    <a:pt x="1670754" y="381473"/>
                  </a:lnTo>
                  <a:lnTo>
                    <a:pt x="1704888" y="410519"/>
                  </a:lnTo>
                  <a:lnTo>
                    <a:pt x="1738219" y="440459"/>
                  </a:lnTo>
                  <a:lnTo>
                    <a:pt x="1770730" y="471274"/>
                  </a:lnTo>
                  <a:lnTo>
                    <a:pt x="1802403" y="502947"/>
                  </a:lnTo>
                  <a:lnTo>
                    <a:pt x="1833218" y="535458"/>
                  </a:lnTo>
                  <a:lnTo>
                    <a:pt x="1863158" y="568789"/>
                  </a:lnTo>
                  <a:lnTo>
                    <a:pt x="1892204" y="602923"/>
                  </a:lnTo>
                  <a:lnTo>
                    <a:pt x="1920337" y="637839"/>
                  </a:lnTo>
                  <a:lnTo>
                    <a:pt x="1947539" y="673520"/>
                  </a:lnTo>
                  <a:lnTo>
                    <a:pt x="1973791" y="709948"/>
                  </a:lnTo>
                  <a:lnTo>
                    <a:pt x="1999075" y="747103"/>
                  </a:lnTo>
                  <a:lnTo>
                    <a:pt x="2023373" y="784968"/>
                  </a:lnTo>
                  <a:lnTo>
                    <a:pt x="2046665" y="823523"/>
                  </a:lnTo>
                  <a:lnTo>
                    <a:pt x="2068934" y="862751"/>
                  </a:lnTo>
                  <a:lnTo>
                    <a:pt x="2090161" y="902632"/>
                  </a:lnTo>
                  <a:lnTo>
                    <a:pt x="2110328" y="943149"/>
                  </a:lnTo>
                  <a:lnTo>
                    <a:pt x="2129415" y="984283"/>
                  </a:lnTo>
                  <a:lnTo>
                    <a:pt x="2147405" y="1026015"/>
                  </a:lnTo>
                  <a:lnTo>
                    <a:pt x="2164279" y="1068327"/>
                  </a:lnTo>
                  <a:lnTo>
                    <a:pt x="2180019" y="1111201"/>
                  </a:lnTo>
                  <a:lnTo>
                    <a:pt x="2194605" y="1154617"/>
                  </a:lnTo>
                  <a:lnTo>
                    <a:pt x="2208020" y="1198558"/>
                  </a:lnTo>
                  <a:lnTo>
                    <a:pt x="2220246" y="1243005"/>
                  </a:lnTo>
                  <a:lnTo>
                    <a:pt x="2231263" y="1287939"/>
                  </a:lnTo>
                  <a:lnTo>
                    <a:pt x="2241053" y="1333342"/>
                  </a:lnTo>
                  <a:lnTo>
                    <a:pt x="2249597" y="1379196"/>
                  </a:lnTo>
                  <a:lnTo>
                    <a:pt x="2256878" y="1425482"/>
                  </a:lnTo>
                  <a:lnTo>
                    <a:pt x="2262877" y="1472181"/>
                  </a:lnTo>
                  <a:lnTo>
                    <a:pt x="2267574" y="1519276"/>
                  </a:lnTo>
                  <a:lnTo>
                    <a:pt x="2270953" y="1566747"/>
                  </a:lnTo>
                  <a:lnTo>
                    <a:pt x="2272907" y="1612565"/>
                  </a:lnTo>
                  <a:lnTo>
                    <a:pt x="2272993" y="1614576"/>
                  </a:lnTo>
                  <a:lnTo>
                    <a:pt x="2273677" y="1662745"/>
                  </a:lnTo>
                  <a:lnTo>
                    <a:pt x="2272993" y="1710913"/>
                  </a:lnTo>
                  <a:lnTo>
                    <a:pt x="2270953" y="1758742"/>
                  </a:lnTo>
                  <a:lnTo>
                    <a:pt x="2267574" y="1806213"/>
                  </a:lnTo>
                  <a:lnTo>
                    <a:pt x="2262877" y="1853308"/>
                  </a:lnTo>
                  <a:lnTo>
                    <a:pt x="2256878" y="1900007"/>
                  </a:lnTo>
                  <a:lnTo>
                    <a:pt x="2249597" y="1946293"/>
                  </a:lnTo>
                  <a:lnTo>
                    <a:pt x="2241053" y="1992147"/>
                  </a:lnTo>
                  <a:lnTo>
                    <a:pt x="2231263" y="2037550"/>
                  </a:lnTo>
                  <a:lnTo>
                    <a:pt x="2220246" y="2082484"/>
                  </a:lnTo>
                  <a:lnTo>
                    <a:pt x="2208020" y="2126931"/>
                  </a:lnTo>
                  <a:lnTo>
                    <a:pt x="2194605" y="2170872"/>
                  </a:lnTo>
                  <a:lnTo>
                    <a:pt x="2180019" y="2214288"/>
                  </a:lnTo>
                  <a:lnTo>
                    <a:pt x="2164279" y="2257162"/>
                  </a:lnTo>
                  <a:lnTo>
                    <a:pt x="2147405" y="2299474"/>
                  </a:lnTo>
                  <a:lnTo>
                    <a:pt x="2129415" y="2341206"/>
                  </a:lnTo>
                  <a:lnTo>
                    <a:pt x="2110328" y="2382340"/>
                  </a:lnTo>
                  <a:lnTo>
                    <a:pt x="2090161" y="2422857"/>
                  </a:lnTo>
                  <a:lnTo>
                    <a:pt x="2068934" y="2462738"/>
                  </a:lnTo>
                  <a:lnTo>
                    <a:pt x="2046665" y="2501966"/>
                  </a:lnTo>
                  <a:lnTo>
                    <a:pt x="2023373" y="2540522"/>
                  </a:lnTo>
                  <a:lnTo>
                    <a:pt x="1999075" y="2578386"/>
                  </a:lnTo>
                  <a:lnTo>
                    <a:pt x="1973791" y="2615541"/>
                  </a:lnTo>
                  <a:lnTo>
                    <a:pt x="1947539" y="2651969"/>
                  </a:lnTo>
                  <a:lnTo>
                    <a:pt x="1920337" y="2687650"/>
                  </a:lnTo>
                  <a:lnTo>
                    <a:pt x="1892204" y="2722567"/>
                  </a:lnTo>
                  <a:lnTo>
                    <a:pt x="1863158" y="2756700"/>
                  </a:lnTo>
                  <a:lnTo>
                    <a:pt x="1833218" y="2790031"/>
                  </a:lnTo>
                  <a:lnTo>
                    <a:pt x="1802403" y="2822543"/>
                  </a:lnTo>
                  <a:lnTo>
                    <a:pt x="1770730" y="2854215"/>
                  </a:lnTo>
                  <a:lnTo>
                    <a:pt x="1738219" y="2885031"/>
                  </a:lnTo>
                  <a:lnTo>
                    <a:pt x="1704888" y="2914970"/>
                  </a:lnTo>
                  <a:lnTo>
                    <a:pt x="1670754" y="2944016"/>
                  </a:lnTo>
                  <a:lnTo>
                    <a:pt x="1635838" y="2972149"/>
                  </a:lnTo>
                  <a:lnTo>
                    <a:pt x="1600157" y="2999351"/>
                  </a:lnTo>
                  <a:lnTo>
                    <a:pt x="1563729" y="3025603"/>
                  </a:lnTo>
                  <a:lnTo>
                    <a:pt x="1526574" y="3050887"/>
                  </a:lnTo>
                  <a:lnTo>
                    <a:pt x="1488709" y="3075185"/>
                  </a:lnTo>
                  <a:lnTo>
                    <a:pt x="1450154" y="3098477"/>
                  </a:lnTo>
                  <a:lnTo>
                    <a:pt x="1410926" y="3120746"/>
                  </a:lnTo>
                  <a:lnTo>
                    <a:pt x="1371045" y="3141973"/>
                  </a:lnTo>
                  <a:lnTo>
                    <a:pt x="1330528" y="3162140"/>
                  </a:lnTo>
                  <a:lnTo>
                    <a:pt x="1289394" y="3181227"/>
                  </a:lnTo>
                  <a:lnTo>
                    <a:pt x="1247662" y="3199217"/>
                  </a:lnTo>
                  <a:lnTo>
                    <a:pt x="1205350" y="3216091"/>
                  </a:lnTo>
                  <a:lnTo>
                    <a:pt x="1162476" y="3231831"/>
                  </a:lnTo>
                  <a:lnTo>
                    <a:pt x="1119060" y="3246417"/>
                  </a:lnTo>
                  <a:lnTo>
                    <a:pt x="1075119" y="3259833"/>
                  </a:lnTo>
                  <a:lnTo>
                    <a:pt x="1030672" y="3272058"/>
                  </a:lnTo>
                  <a:lnTo>
                    <a:pt x="985738" y="3283075"/>
                  </a:lnTo>
                  <a:lnTo>
                    <a:pt x="940335" y="3292865"/>
                  </a:lnTo>
                  <a:lnTo>
                    <a:pt x="894481" y="3301409"/>
                  </a:lnTo>
                  <a:lnTo>
                    <a:pt x="848195" y="3308690"/>
                  </a:lnTo>
                  <a:lnTo>
                    <a:pt x="801496" y="3314689"/>
                  </a:lnTo>
                  <a:lnTo>
                    <a:pt x="754401" y="3319386"/>
                  </a:lnTo>
                  <a:lnTo>
                    <a:pt x="706930" y="3322765"/>
                  </a:lnTo>
                  <a:lnTo>
                    <a:pt x="659101" y="3324805"/>
                  </a:lnTo>
                  <a:lnTo>
                    <a:pt x="610932" y="3325490"/>
                  </a:lnTo>
                  <a:close/>
                </a:path>
                <a:path w="2273934" h="3325494">
                  <a:moveTo>
                    <a:pt x="6414" y="3212086"/>
                  </a:moveTo>
                  <a:lnTo>
                    <a:pt x="6177" y="3212086"/>
                  </a:lnTo>
                  <a:lnTo>
                    <a:pt x="0" y="3209664"/>
                  </a:lnTo>
                  <a:lnTo>
                    <a:pt x="6414" y="3212086"/>
                  </a:lnTo>
                  <a:close/>
                </a:path>
              </a:pathLst>
            </a:custGeom>
            <a:solidFill>
              <a:srgbClr val="E3FF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046345" y="13221316"/>
              <a:ext cx="2116455" cy="3098800"/>
            </a:xfrm>
            <a:custGeom>
              <a:avLst/>
              <a:gdLst/>
              <a:ahLst/>
              <a:cxnLst/>
              <a:rect l="l" t="t" r="r" b="b"/>
              <a:pathLst>
                <a:path w="2116454" h="3098800">
                  <a:moveTo>
                    <a:pt x="1058110" y="3098789"/>
                  </a:moveTo>
                  <a:lnTo>
                    <a:pt x="1014182" y="3080903"/>
                  </a:lnTo>
                  <a:lnTo>
                    <a:pt x="970888" y="3061810"/>
                  </a:lnTo>
                  <a:lnTo>
                    <a:pt x="928251" y="3041532"/>
                  </a:lnTo>
                  <a:lnTo>
                    <a:pt x="886290" y="3020091"/>
                  </a:lnTo>
                  <a:lnTo>
                    <a:pt x="845028" y="2997506"/>
                  </a:lnTo>
                  <a:lnTo>
                    <a:pt x="804484" y="2973800"/>
                  </a:lnTo>
                  <a:lnTo>
                    <a:pt x="764680" y="2948992"/>
                  </a:lnTo>
                  <a:lnTo>
                    <a:pt x="725637" y="2923104"/>
                  </a:lnTo>
                  <a:lnTo>
                    <a:pt x="687375" y="2896156"/>
                  </a:lnTo>
                  <a:lnTo>
                    <a:pt x="649915" y="2868170"/>
                  </a:lnTo>
                  <a:lnTo>
                    <a:pt x="613279" y="2839166"/>
                  </a:lnTo>
                  <a:lnTo>
                    <a:pt x="577487" y="2809166"/>
                  </a:lnTo>
                  <a:lnTo>
                    <a:pt x="542560" y="2778190"/>
                  </a:lnTo>
                  <a:lnTo>
                    <a:pt x="508520" y="2746259"/>
                  </a:lnTo>
                  <a:lnTo>
                    <a:pt x="475386" y="2713394"/>
                  </a:lnTo>
                  <a:lnTo>
                    <a:pt x="443180" y="2679615"/>
                  </a:lnTo>
                  <a:lnTo>
                    <a:pt x="411923" y="2644945"/>
                  </a:lnTo>
                  <a:lnTo>
                    <a:pt x="381635" y="2609404"/>
                  </a:lnTo>
                  <a:lnTo>
                    <a:pt x="352338" y="2573012"/>
                  </a:lnTo>
                  <a:lnTo>
                    <a:pt x="324053" y="2535790"/>
                  </a:lnTo>
                  <a:lnTo>
                    <a:pt x="296799" y="2497761"/>
                  </a:lnTo>
                  <a:lnTo>
                    <a:pt x="270600" y="2458943"/>
                  </a:lnTo>
                  <a:lnTo>
                    <a:pt x="245474" y="2419359"/>
                  </a:lnTo>
                  <a:lnTo>
                    <a:pt x="221444" y="2379029"/>
                  </a:lnTo>
                  <a:lnTo>
                    <a:pt x="198529" y="2337974"/>
                  </a:lnTo>
                  <a:lnTo>
                    <a:pt x="176752" y="2296215"/>
                  </a:lnTo>
                  <a:lnTo>
                    <a:pt x="156132" y="2253773"/>
                  </a:lnTo>
                  <a:lnTo>
                    <a:pt x="136692" y="2210669"/>
                  </a:lnTo>
                  <a:lnTo>
                    <a:pt x="118451" y="2166924"/>
                  </a:lnTo>
                  <a:lnTo>
                    <a:pt x="101430" y="2122558"/>
                  </a:lnTo>
                  <a:lnTo>
                    <a:pt x="85651" y="2077592"/>
                  </a:lnTo>
                  <a:lnTo>
                    <a:pt x="71134" y="2032048"/>
                  </a:lnTo>
                  <a:lnTo>
                    <a:pt x="57901" y="1985947"/>
                  </a:lnTo>
                  <a:lnTo>
                    <a:pt x="45972" y="1939309"/>
                  </a:lnTo>
                  <a:lnTo>
                    <a:pt x="35368" y="1892155"/>
                  </a:lnTo>
                  <a:lnTo>
                    <a:pt x="26110" y="1844505"/>
                  </a:lnTo>
                  <a:lnTo>
                    <a:pt x="18219" y="1796382"/>
                  </a:lnTo>
                  <a:lnTo>
                    <a:pt x="11716" y="1747806"/>
                  </a:lnTo>
                  <a:lnTo>
                    <a:pt x="6621" y="1698798"/>
                  </a:lnTo>
                  <a:lnTo>
                    <a:pt x="2956" y="1649378"/>
                  </a:lnTo>
                  <a:lnTo>
                    <a:pt x="742" y="1599568"/>
                  </a:lnTo>
                  <a:lnTo>
                    <a:pt x="0" y="1549388"/>
                  </a:lnTo>
                  <a:lnTo>
                    <a:pt x="742" y="1499209"/>
                  </a:lnTo>
                  <a:lnTo>
                    <a:pt x="2956" y="1449400"/>
                  </a:lnTo>
                  <a:lnTo>
                    <a:pt x="6621" y="1399981"/>
                  </a:lnTo>
                  <a:lnTo>
                    <a:pt x="11716" y="1350973"/>
                  </a:lnTo>
                  <a:lnTo>
                    <a:pt x="18219" y="1302398"/>
                  </a:lnTo>
                  <a:lnTo>
                    <a:pt x="26110" y="1254276"/>
                  </a:lnTo>
                  <a:lnTo>
                    <a:pt x="35368" y="1206627"/>
                  </a:lnTo>
                  <a:lnTo>
                    <a:pt x="45972" y="1159474"/>
                  </a:lnTo>
                  <a:lnTo>
                    <a:pt x="57901" y="1112836"/>
                  </a:lnTo>
                  <a:lnTo>
                    <a:pt x="71134" y="1066735"/>
                  </a:lnTo>
                  <a:lnTo>
                    <a:pt x="85651" y="1021192"/>
                  </a:lnTo>
                  <a:lnTo>
                    <a:pt x="101430" y="976227"/>
                  </a:lnTo>
                  <a:lnTo>
                    <a:pt x="118451" y="931861"/>
                  </a:lnTo>
                  <a:lnTo>
                    <a:pt x="136692" y="888116"/>
                  </a:lnTo>
                  <a:lnTo>
                    <a:pt x="156132" y="845012"/>
                  </a:lnTo>
                  <a:lnTo>
                    <a:pt x="176752" y="802571"/>
                  </a:lnTo>
                  <a:lnTo>
                    <a:pt x="198529" y="760812"/>
                  </a:lnTo>
                  <a:lnTo>
                    <a:pt x="221444" y="719758"/>
                  </a:lnTo>
                  <a:lnTo>
                    <a:pt x="245474" y="679428"/>
                  </a:lnTo>
                  <a:lnTo>
                    <a:pt x="270600" y="639844"/>
                  </a:lnTo>
                  <a:lnTo>
                    <a:pt x="296799" y="601027"/>
                  </a:lnTo>
                  <a:lnTo>
                    <a:pt x="324053" y="562997"/>
                  </a:lnTo>
                  <a:lnTo>
                    <a:pt x="352338" y="525776"/>
                  </a:lnTo>
                  <a:lnTo>
                    <a:pt x="381635" y="489384"/>
                  </a:lnTo>
                  <a:lnTo>
                    <a:pt x="411923" y="453843"/>
                  </a:lnTo>
                  <a:lnTo>
                    <a:pt x="443180" y="419173"/>
                  </a:lnTo>
                  <a:lnTo>
                    <a:pt x="475386" y="385395"/>
                  </a:lnTo>
                  <a:lnTo>
                    <a:pt x="508520" y="352530"/>
                  </a:lnTo>
                  <a:lnTo>
                    <a:pt x="542560" y="320599"/>
                  </a:lnTo>
                  <a:lnTo>
                    <a:pt x="577487" y="289623"/>
                  </a:lnTo>
                  <a:lnTo>
                    <a:pt x="613279" y="259623"/>
                  </a:lnTo>
                  <a:lnTo>
                    <a:pt x="649915" y="230619"/>
                  </a:lnTo>
                  <a:lnTo>
                    <a:pt x="687375" y="202633"/>
                  </a:lnTo>
                  <a:lnTo>
                    <a:pt x="725637" y="175685"/>
                  </a:lnTo>
                  <a:lnTo>
                    <a:pt x="764680" y="149797"/>
                  </a:lnTo>
                  <a:lnTo>
                    <a:pt x="804484" y="124989"/>
                  </a:lnTo>
                  <a:lnTo>
                    <a:pt x="845028" y="101283"/>
                  </a:lnTo>
                  <a:lnTo>
                    <a:pt x="886290" y="78698"/>
                  </a:lnTo>
                  <a:lnTo>
                    <a:pt x="928251" y="57257"/>
                  </a:lnTo>
                  <a:lnTo>
                    <a:pt x="970888" y="36979"/>
                  </a:lnTo>
                  <a:lnTo>
                    <a:pt x="1014182" y="17886"/>
                  </a:lnTo>
                  <a:lnTo>
                    <a:pt x="1058110" y="0"/>
                  </a:lnTo>
                  <a:lnTo>
                    <a:pt x="1102038" y="17886"/>
                  </a:lnTo>
                  <a:lnTo>
                    <a:pt x="1145332" y="36979"/>
                  </a:lnTo>
                  <a:lnTo>
                    <a:pt x="1187969" y="57257"/>
                  </a:lnTo>
                  <a:lnTo>
                    <a:pt x="1229929" y="78698"/>
                  </a:lnTo>
                  <a:lnTo>
                    <a:pt x="1271192" y="101283"/>
                  </a:lnTo>
                  <a:lnTo>
                    <a:pt x="1311736" y="124989"/>
                  </a:lnTo>
                  <a:lnTo>
                    <a:pt x="1351540" y="149797"/>
                  </a:lnTo>
                  <a:lnTo>
                    <a:pt x="1390583" y="175685"/>
                  </a:lnTo>
                  <a:lnTo>
                    <a:pt x="1428845" y="202633"/>
                  </a:lnTo>
                  <a:lnTo>
                    <a:pt x="1466305" y="230619"/>
                  </a:lnTo>
                  <a:lnTo>
                    <a:pt x="1502941" y="259623"/>
                  </a:lnTo>
                  <a:lnTo>
                    <a:pt x="1538733" y="289623"/>
                  </a:lnTo>
                  <a:lnTo>
                    <a:pt x="1573660" y="320599"/>
                  </a:lnTo>
                  <a:lnTo>
                    <a:pt x="1607700" y="352530"/>
                  </a:lnTo>
                  <a:lnTo>
                    <a:pt x="1640834" y="385395"/>
                  </a:lnTo>
                  <a:lnTo>
                    <a:pt x="1673040" y="419173"/>
                  </a:lnTo>
                  <a:lnTo>
                    <a:pt x="1704297" y="453843"/>
                  </a:lnTo>
                  <a:lnTo>
                    <a:pt x="1734585" y="489384"/>
                  </a:lnTo>
                  <a:lnTo>
                    <a:pt x="1763882" y="525776"/>
                  </a:lnTo>
                  <a:lnTo>
                    <a:pt x="1792167" y="562997"/>
                  </a:lnTo>
                  <a:lnTo>
                    <a:pt x="1819420" y="601027"/>
                  </a:lnTo>
                  <a:lnTo>
                    <a:pt x="1845620" y="639844"/>
                  </a:lnTo>
                  <a:lnTo>
                    <a:pt x="1870746" y="679428"/>
                  </a:lnTo>
                  <a:lnTo>
                    <a:pt x="1894776" y="719758"/>
                  </a:lnTo>
                  <a:lnTo>
                    <a:pt x="1917691" y="760812"/>
                  </a:lnTo>
                  <a:lnTo>
                    <a:pt x="1939468" y="802571"/>
                  </a:lnTo>
                  <a:lnTo>
                    <a:pt x="1960087" y="845012"/>
                  </a:lnTo>
                  <a:lnTo>
                    <a:pt x="1979528" y="888116"/>
                  </a:lnTo>
                  <a:lnTo>
                    <a:pt x="1997769" y="931861"/>
                  </a:lnTo>
                  <a:lnTo>
                    <a:pt x="2014790" y="976227"/>
                  </a:lnTo>
                  <a:lnTo>
                    <a:pt x="2030569" y="1021192"/>
                  </a:lnTo>
                  <a:lnTo>
                    <a:pt x="2045086" y="1066735"/>
                  </a:lnTo>
                  <a:lnTo>
                    <a:pt x="2058319" y="1112836"/>
                  </a:lnTo>
                  <a:lnTo>
                    <a:pt x="2070248" y="1159474"/>
                  </a:lnTo>
                  <a:lnTo>
                    <a:pt x="2080852" y="1206627"/>
                  </a:lnTo>
                  <a:lnTo>
                    <a:pt x="2090110" y="1254276"/>
                  </a:lnTo>
                  <a:lnTo>
                    <a:pt x="2098001" y="1302398"/>
                  </a:lnTo>
                  <a:lnTo>
                    <a:pt x="2104504" y="1350973"/>
                  </a:lnTo>
                  <a:lnTo>
                    <a:pt x="2109599" y="1399981"/>
                  </a:lnTo>
                  <a:lnTo>
                    <a:pt x="2113264" y="1449400"/>
                  </a:lnTo>
                  <a:lnTo>
                    <a:pt x="2115478" y="1499209"/>
                  </a:lnTo>
                  <a:lnTo>
                    <a:pt x="2116220" y="1549388"/>
                  </a:lnTo>
                  <a:lnTo>
                    <a:pt x="2115478" y="1599568"/>
                  </a:lnTo>
                  <a:lnTo>
                    <a:pt x="2113264" y="1649378"/>
                  </a:lnTo>
                  <a:lnTo>
                    <a:pt x="2109599" y="1698798"/>
                  </a:lnTo>
                  <a:lnTo>
                    <a:pt x="2104504" y="1747806"/>
                  </a:lnTo>
                  <a:lnTo>
                    <a:pt x="2098001" y="1796382"/>
                  </a:lnTo>
                  <a:lnTo>
                    <a:pt x="2090110" y="1844505"/>
                  </a:lnTo>
                  <a:lnTo>
                    <a:pt x="2080852" y="1892155"/>
                  </a:lnTo>
                  <a:lnTo>
                    <a:pt x="2070248" y="1939309"/>
                  </a:lnTo>
                  <a:lnTo>
                    <a:pt x="2058319" y="1985947"/>
                  </a:lnTo>
                  <a:lnTo>
                    <a:pt x="2045086" y="2032048"/>
                  </a:lnTo>
                  <a:lnTo>
                    <a:pt x="2030569" y="2077592"/>
                  </a:lnTo>
                  <a:lnTo>
                    <a:pt x="2014790" y="2122558"/>
                  </a:lnTo>
                  <a:lnTo>
                    <a:pt x="1997769" y="2166924"/>
                  </a:lnTo>
                  <a:lnTo>
                    <a:pt x="1979528" y="2210669"/>
                  </a:lnTo>
                  <a:lnTo>
                    <a:pt x="1960087" y="2253773"/>
                  </a:lnTo>
                  <a:lnTo>
                    <a:pt x="1939468" y="2296215"/>
                  </a:lnTo>
                  <a:lnTo>
                    <a:pt x="1917691" y="2337974"/>
                  </a:lnTo>
                  <a:lnTo>
                    <a:pt x="1894776" y="2379029"/>
                  </a:lnTo>
                  <a:lnTo>
                    <a:pt x="1870746" y="2419359"/>
                  </a:lnTo>
                  <a:lnTo>
                    <a:pt x="1845620" y="2458943"/>
                  </a:lnTo>
                  <a:lnTo>
                    <a:pt x="1819420" y="2497761"/>
                  </a:lnTo>
                  <a:lnTo>
                    <a:pt x="1792167" y="2535790"/>
                  </a:lnTo>
                  <a:lnTo>
                    <a:pt x="1763882" y="2573012"/>
                  </a:lnTo>
                  <a:lnTo>
                    <a:pt x="1734585" y="2609404"/>
                  </a:lnTo>
                  <a:lnTo>
                    <a:pt x="1704297" y="2644945"/>
                  </a:lnTo>
                  <a:lnTo>
                    <a:pt x="1673040" y="2679615"/>
                  </a:lnTo>
                  <a:lnTo>
                    <a:pt x="1640834" y="2713394"/>
                  </a:lnTo>
                  <a:lnTo>
                    <a:pt x="1607700" y="2746259"/>
                  </a:lnTo>
                  <a:lnTo>
                    <a:pt x="1573660" y="2778190"/>
                  </a:lnTo>
                  <a:lnTo>
                    <a:pt x="1538733" y="2809166"/>
                  </a:lnTo>
                  <a:lnTo>
                    <a:pt x="1502941" y="2839166"/>
                  </a:lnTo>
                  <a:lnTo>
                    <a:pt x="1466305" y="2868170"/>
                  </a:lnTo>
                  <a:lnTo>
                    <a:pt x="1428845" y="2896156"/>
                  </a:lnTo>
                  <a:lnTo>
                    <a:pt x="1390583" y="2923104"/>
                  </a:lnTo>
                  <a:lnTo>
                    <a:pt x="1351540" y="2948992"/>
                  </a:lnTo>
                  <a:lnTo>
                    <a:pt x="1311736" y="2973800"/>
                  </a:lnTo>
                  <a:lnTo>
                    <a:pt x="1271192" y="2997506"/>
                  </a:lnTo>
                  <a:lnTo>
                    <a:pt x="1229929" y="3020091"/>
                  </a:lnTo>
                  <a:lnTo>
                    <a:pt x="1187969" y="3041532"/>
                  </a:lnTo>
                  <a:lnTo>
                    <a:pt x="1145332" y="3061810"/>
                  </a:lnTo>
                  <a:lnTo>
                    <a:pt x="1102038" y="3080903"/>
                  </a:lnTo>
                  <a:lnTo>
                    <a:pt x="1058110" y="3098789"/>
                  </a:lnTo>
                  <a:close/>
                </a:path>
              </a:pathLst>
            </a:custGeom>
            <a:solidFill>
              <a:srgbClr val="E7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837076" y="13107973"/>
              <a:ext cx="2326005" cy="3325495"/>
            </a:xfrm>
            <a:custGeom>
              <a:avLst/>
              <a:gdLst/>
              <a:ahLst/>
              <a:cxnLst/>
              <a:rect l="l" t="t" r="r" b="b"/>
              <a:pathLst>
                <a:path w="2326004" h="3325494">
                  <a:moveTo>
                    <a:pt x="1662745" y="3325490"/>
                  </a:moveTo>
                  <a:lnTo>
                    <a:pt x="1614576" y="3324805"/>
                  </a:lnTo>
                  <a:lnTo>
                    <a:pt x="1566747" y="3322765"/>
                  </a:lnTo>
                  <a:lnTo>
                    <a:pt x="1519276" y="3319386"/>
                  </a:lnTo>
                  <a:lnTo>
                    <a:pt x="1472181" y="3314689"/>
                  </a:lnTo>
                  <a:lnTo>
                    <a:pt x="1425482" y="3308690"/>
                  </a:lnTo>
                  <a:lnTo>
                    <a:pt x="1379196" y="3301409"/>
                  </a:lnTo>
                  <a:lnTo>
                    <a:pt x="1333342" y="3292865"/>
                  </a:lnTo>
                  <a:lnTo>
                    <a:pt x="1287939" y="3283075"/>
                  </a:lnTo>
                  <a:lnTo>
                    <a:pt x="1243005" y="3272058"/>
                  </a:lnTo>
                  <a:lnTo>
                    <a:pt x="1198558" y="3259833"/>
                  </a:lnTo>
                  <a:lnTo>
                    <a:pt x="1154617" y="3246417"/>
                  </a:lnTo>
                  <a:lnTo>
                    <a:pt x="1111201" y="3231831"/>
                  </a:lnTo>
                  <a:lnTo>
                    <a:pt x="1068327" y="3216091"/>
                  </a:lnTo>
                  <a:lnTo>
                    <a:pt x="1025828" y="3199137"/>
                  </a:lnTo>
                  <a:lnTo>
                    <a:pt x="984283" y="3181227"/>
                  </a:lnTo>
                  <a:lnTo>
                    <a:pt x="943149" y="3162140"/>
                  </a:lnTo>
                  <a:lnTo>
                    <a:pt x="902632" y="3141973"/>
                  </a:lnTo>
                  <a:lnTo>
                    <a:pt x="862751" y="3120746"/>
                  </a:lnTo>
                  <a:lnTo>
                    <a:pt x="823523" y="3098477"/>
                  </a:lnTo>
                  <a:lnTo>
                    <a:pt x="784968" y="3075185"/>
                  </a:lnTo>
                  <a:lnTo>
                    <a:pt x="747103" y="3050887"/>
                  </a:lnTo>
                  <a:lnTo>
                    <a:pt x="709948" y="3025603"/>
                  </a:lnTo>
                  <a:lnTo>
                    <a:pt x="673520" y="2999351"/>
                  </a:lnTo>
                  <a:lnTo>
                    <a:pt x="637839" y="2972149"/>
                  </a:lnTo>
                  <a:lnTo>
                    <a:pt x="602923" y="2944016"/>
                  </a:lnTo>
                  <a:lnTo>
                    <a:pt x="568789" y="2914970"/>
                  </a:lnTo>
                  <a:lnTo>
                    <a:pt x="535458" y="2885031"/>
                  </a:lnTo>
                  <a:lnTo>
                    <a:pt x="502947" y="2854215"/>
                  </a:lnTo>
                  <a:lnTo>
                    <a:pt x="471274" y="2822543"/>
                  </a:lnTo>
                  <a:lnTo>
                    <a:pt x="440459" y="2790031"/>
                  </a:lnTo>
                  <a:lnTo>
                    <a:pt x="410519" y="2756700"/>
                  </a:lnTo>
                  <a:lnTo>
                    <a:pt x="381473" y="2722567"/>
                  </a:lnTo>
                  <a:lnTo>
                    <a:pt x="353340" y="2687650"/>
                  </a:lnTo>
                  <a:lnTo>
                    <a:pt x="326138" y="2651969"/>
                  </a:lnTo>
                  <a:lnTo>
                    <a:pt x="299886" y="2615541"/>
                  </a:lnTo>
                  <a:lnTo>
                    <a:pt x="274602" y="2578386"/>
                  </a:lnTo>
                  <a:lnTo>
                    <a:pt x="250304" y="2540522"/>
                  </a:lnTo>
                  <a:lnTo>
                    <a:pt x="227012" y="2501966"/>
                  </a:lnTo>
                  <a:lnTo>
                    <a:pt x="204743" y="2462738"/>
                  </a:lnTo>
                  <a:lnTo>
                    <a:pt x="183516" y="2422857"/>
                  </a:lnTo>
                  <a:lnTo>
                    <a:pt x="163349" y="2382340"/>
                  </a:lnTo>
                  <a:lnTo>
                    <a:pt x="144262" y="2341206"/>
                  </a:lnTo>
                  <a:lnTo>
                    <a:pt x="126272" y="2299474"/>
                  </a:lnTo>
                  <a:lnTo>
                    <a:pt x="109398" y="2257162"/>
                  </a:lnTo>
                  <a:lnTo>
                    <a:pt x="93658" y="2214288"/>
                  </a:lnTo>
                  <a:lnTo>
                    <a:pt x="79072" y="2170872"/>
                  </a:lnTo>
                  <a:lnTo>
                    <a:pt x="65657" y="2126931"/>
                  </a:lnTo>
                  <a:lnTo>
                    <a:pt x="53431" y="2082484"/>
                  </a:lnTo>
                  <a:lnTo>
                    <a:pt x="42414" y="2037550"/>
                  </a:lnTo>
                  <a:lnTo>
                    <a:pt x="32624" y="1992147"/>
                  </a:lnTo>
                  <a:lnTo>
                    <a:pt x="24080" y="1946293"/>
                  </a:lnTo>
                  <a:lnTo>
                    <a:pt x="16799" y="1900007"/>
                  </a:lnTo>
                  <a:lnTo>
                    <a:pt x="10800" y="1853308"/>
                  </a:lnTo>
                  <a:lnTo>
                    <a:pt x="6103" y="1806213"/>
                  </a:lnTo>
                  <a:lnTo>
                    <a:pt x="2724" y="1758742"/>
                  </a:lnTo>
                  <a:lnTo>
                    <a:pt x="770" y="1712923"/>
                  </a:lnTo>
                  <a:lnTo>
                    <a:pt x="684" y="1710913"/>
                  </a:lnTo>
                  <a:lnTo>
                    <a:pt x="0" y="1662745"/>
                  </a:lnTo>
                  <a:lnTo>
                    <a:pt x="684" y="1614576"/>
                  </a:lnTo>
                  <a:lnTo>
                    <a:pt x="2724" y="1566747"/>
                  </a:lnTo>
                  <a:lnTo>
                    <a:pt x="6103" y="1519276"/>
                  </a:lnTo>
                  <a:lnTo>
                    <a:pt x="10800" y="1472181"/>
                  </a:lnTo>
                  <a:lnTo>
                    <a:pt x="16799" y="1425482"/>
                  </a:lnTo>
                  <a:lnTo>
                    <a:pt x="24080" y="1379196"/>
                  </a:lnTo>
                  <a:lnTo>
                    <a:pt x="32624" y="1333342"/>
                  </a:lnTo>
                  <a:lnTo>
                    <a:pt x="42414" y="1287939"/>
                  </a:lnTo>
                  <a:lnTo>
                    <a:pt x="53431" y="1243005"/>
                  </a:lnTo>
                  <a:lnTo>
                    <a:pt x="65657" y="1198558"/>
                  </a:lnTo>
                  <a:lnTo>
                    <a:pt x="79072" y="1154617"/>
                  </a:lnTo>
                  <a:lnTo>
                    <a:pt x="93658" y="1111201"/>
                  </a:lnTo>
                  <a:lnTo>
                    <a:pt x="109398" y="1068327"/>
                  </a:lnTo>
                  <a:lnTo>
                    <a:pt x="126272" y="1026015"/>
                  </a:lnTo>
                  <a:lnTo>
                    <a:pt x="144262" y="984283"/>
                  </a:lnTo>
                  <a:lnTo>
                    <a:pt x="163349" y="943149"/>
                  </a:lnTo>
                  <a:lnTo>
                    <a:pt x="183516" y="902632"/>
                  </a:lnTo>
                  <a:lnTo>
                    <a:pt x="204743" y="862751"/>
                  </a:lnTo>
                  <a:lnTo>
                    <a:pt x="227012" y="823523"/>
                  </a:lnTo>
                  <a:lnTo>
                    <a:pt x="250304" y="784968"/>
                  </a:lnTo>
                  <a:lnTo>
                    <a:pt x="274602" y="747103"/>
                  </a:lnTo>
                  <a:lnTo>
                    <a:pt x="299886" y="709948"/>
                  </a:lnTo>
                  <a:lnTo>
                    <a:pt x="326138" y="673520"/>
                  </a:lnTo>
                  <a:lnTo>
                    <a:pt x="353340" y="637839"/>
                  </a:lnTo>
                  <a:lnTo>
                    <a:pt x="381473" y="602923"/>
                  </a:lnTo>
                  <a:lnTo>
                    <a:pt x="410519" y="568789"/>
                  </a:lnTo>
                  <a:lnTo>
                    <a:pt x="440459" y="535458"/>
                  </a:lnTo>
                  <a:lnTo>
                    <a:pt x="471274" y="502947"/>
                  </a:lnTo>
                  <a:lnTo>
                    <a:pt x="502947" y="471274"/>
                  </a:lnTo>
                  <a:lnTo>
                    <a:pt x="535458" y="440459"/>
                  </a:lnTo>
                  <a:lnTo>
                    <a:pt x="568789" y="410519"/>
                  </a:lnTo>
                  <a:lnTo>
                    <a:pt x="602923" y="381473"/>
                  </a:lnTo>
                  <a:lnTo>
                    <a:pt x="637839" y="353340"/>
                  </a:lnTo>
                  <a:lnTo>
                    <a:pt x="673520" y="326138"/>
                  </a:lnTo>
                  <a:lnTo>
                    <a:pt x="709948" y="299886"/>
                  </a:lnTo>
                  <a:lnTo>
                    <a:pt x="747103" y="274602"/>
                  </a:lnTo>
                  <a:lnTo>
                    <a:pt x="784968" y="250304"/>
                  </a:lnTo>
                  <a:lnTo>
                    <a:pt x="823523" y="227012"/>
                  </a:lnTo>
                  <a:lnTo>
                    <a:pt x="862751" y="204743"/>
                  </a:lnTo>
                  <a:lnTo>
                    <a:pt x="902632" y="183516"/>
                  </a:lnTo>
                  <a:lnTo>
                    <a:pt x="943149" y="163349"/>
                  </a:lnTo>
                  <a:lnTo>
                    <a:pt x="984283" y="144262"/>
                  </a:lnTo>
                  <a:lnTo>
                    <a:pt x="1026015" y="126272"/>
                  </a:lnTo>
                  <a:lnTo>
                    <a:pt x="1068327" y="109398"/>
                  </a:lnTo>
                  <a:lnTo>
                    <a:pt x="1111201" y="93658"/>
                  </a:lnTo>
                  <a:lnTo>
                    <a:pt x="1154617" y="79072"/>
                  </a:lnTo>
                  <a:lnTo>
                    <a:pt x="1198558" y="65657"/>
                  </a:lnTo>
                  <a:lnTo>
                    <a:pt x="1243005" y="53431"/>
                  </a:lnTo>
                  <a:lnTo>
                    <a:pt x="1287939" y="42414"/>
                  </a:lnTo>
                  <a:lnTo>
                    <a:pt x="1333342" y="32624"/>
                  </a:lnTo>
                  <a:lnTo>
                    <a:pt x="1379196" y="24080"/>
                  </a:lnTo>
                  <a:lnTo>
                    <a:pt x="1425482" y="16799"/>
                  </a:lnTo>
                  <a:lnTo>
                    <a:pt x="1472181" y="10800"/>
                  </a:lnTo>
                  <a:lnTo>
                    <a:pt x="1519276" y="6103"/>
                  </a:lnTo>
                  <a:lnTo>
                    <a:pt x="1566747" y="2724"/>
                  </a:lnTo>
                  <a:lnTo>
                    <a:pt x="1614576" y="684"/>
                  </a:lnTo>
                  <a:lnTo>
                    <a:pt x="1662745" y="0"/>
                  </a:lnTo>
                  <a:lnTo>
                    <a:pt x="1715872" y="832"/>
                  </a:lnTo>
                  <a:lnTo>
                    <a:pt x="1768584" y="3314"/>
                  </a:lnTo>
                  <a:lnTo>
                    <a:pt x="1820856" y="7420"/>
                  </a:lnTo>
                  <a:lnTo>
                    <a:pt x="1872662" y="13125"/>
                  </a:lnTo>
                  <a:lnTo>
                    <a:pt x="1923978" y="20404"/>
                  </a:lnTo>
                  <a:lnTo>
                    <a:pt x="1974779" y="29233"/>
                  </a:lnTo>
                  <a:lnTo>
                    <a:pt x="2025039" y="39587"/>
                  </a:lnTo>
                  <a:lnTo>
                    <a:pt x="2074736" y="51440"/>
                  </a:lnTo>
                  <a:lnTo>
                    <a:pt x="2123843" y="64769"/>
                  </a:lnTo>
                  <a:lnTo>
                    <a:pt x="2172336" y="79547"/>
                  </a:lnTo>
                  <a:lnTo>
                    <a:pt x="2220189" y="95751"/>
                  </a:lnTo>
                  <a:lnTo>
                    <a:pt x="2267379" y="113356"/>
                  </a:lnTo>
                  <a:lnTo>
                    <a:pt x="2223451" y="131242"/>
                  </a:lnTo>
                  <a:lnTo>
                    <a:pt x="2180157" y="150334"/>
                  </a:lnTo>
                  <a:lnTo>
                    <a:pt x="2137520" y="170611"/>
                  </a:lnTo>
                  <a:lnTo>
                    <a:pt x="2095560" y="192051"/>
                  </a:lnTo>
                  <a:lnTo>
                    <a:pt x="2054297" y="214635"/>
                  </a:lnTo>
                  <a:lnTo>
                    <a:pt x="2013753" y="238341"/>
                  </a:lnTo>
                  <a:lnTo>
                    <a:pt x="1973949" y="263148"/>
                  </a:lnTo>
                  <a:lnTo>
                    <a:pt x="1934906" y="289036"/>
                  </a:lnTo>
                  <a:lnTo>
                    <a:pt x="1896644" y="315983"/>
                  </a:lnTo>
                  <a:lnTo>
                    <a:pt x="1859185" y="343968"/>
                  </a:lnTo>
                  <a:lnTo>
                    <a:pt x="1822548" y="372972"/>
                  </a:lnTo>
                  <a:lnTo>
                    <a:pt x="1786756" y="402972"/>
                  </a:lnTo>
                  <a:lnTo>
                    <a:pt x="1751830" y="433947"/>
                  </a:lnTo>
                  <a:lnTo>
                    <a:pt x="1717789" y="465878"/>
                  </a:lnTo>
                  <a:lnTo>
                    <a:pt x="1684655" y="498743"/>
                  </a:lnTo>
                  <a:lnTo>
                    <a:pt x="1652449" y="532520"/>
                  </a:lnTo>
                  <a:lnTo>
                    <a:pt x="1621192" y="567190"/>
                  </a:lnTo>
                  <a:lnTo>
                    <a:pt x="1590904" y="602731"/>
                  </a:lnTo>
                  <a:lnTo>
                    <a:pt x="1561607" y="639123"/>
                  </a:lnTo>
                  <a:lnTo>
                    <a:pt x="1533322" y="676344"/>
                  </a:lnTo>
                  <a:lnTo>
                    <a:pt x="1506069" y="714374"/>
                  </a:lnTo>
                  <a:lnTo>
                    <a:pt x="1479869" y="753191"/>
                  </a:lnTo>
                  <a:lnTo>
                    <a:pt x="1454743" y="792775"/>
                  </a:lnTo>
                  <a:lnTo>
                    <a:pt x="1430713" y="833105"/>
                  </a:lnTo>
                  <a:lnTo>
                    <a:pt x="1407799" y="874159"/>
                  </a:lnTo>
                  <a:lnTo>
                    <a:pt x="1386021" y="915918"/>
                  </a:lnTo>
                  <a:lnTo>
                    <a:pt x="1365402" y="958360"/>
                  </a:lnTo>
                  <a:lnTo>
                    <a:pt x="1345961" y="1001464"/>
                  </a:lnTo>
                  <a:lnTo>
                    <a:pt x="1327720" y="1045210"/>
                  </a:lnTo>
                  <a:lnTo>
                    <a:pt x="1310699" y="1089575"/>
                  </a:lnTo>
                  <a:lnTo>
                    <a:pt x="1294920" y="1134541"/>
                  </a:lnTo>
                  <a:lnTo>
                    <a:pt x="1280403" y="1180084"/>
                  </a:lnTo>
                  <a:lnTo>
                    <a:pt x="1267170" y="1226186"/>
                  </a:lnTo>
                  <a:lnTo>
                    <a:pt x="1255241" y="1272824"/>
                  </a:lnTo>
                  <a:lnTo>
                    <a:pt x="1244637" y="1319978"/>
                  </a:lnTo>
                  <a:lnTo>
                    <a:pt x="1235379" y="1367627"/>
                  </a:lnTo>
                  <a:lnTo>
                    <a:pt x="1227488" y="1415750"/>
                  </a:lnTo>
                  <a:lnTo>
                    <a:pt x="1220985" y="1464327"/>
                  </a:lnTo>
                  <a:lnTo>
                    <a:pt x="1215890" y="1513335"/>
                  </a:lnTo>
                  <a:lnTo>
                    <a:pt x="1212226" y="1562755"/>
                  </a:lnTo>
                  <a:lnTo>
                    <a:pt x="1210011" y="1612565"/>
                  </a:lnTo>
                  <a:lnTo>
                    <a:pt x="1209269" y="1662745"/>
                  </a:lnTo>
                  <a:lnTo>
                    <a:pt x="1209982" y="1710913"/>
                  </a:lnTo>
                  <a:lnTo>
                    <a:pt x="1212226" y="1762733"/>
                  </a:lnTo>
                  <a:lnTo>
                    <a:pt x="1215890" y="1812152"/>
                  </a:lnTo>
                  <a:lnTo>
                    <a:pt x="1220985" y="1861160"/>
                  </a:lnTo>
                  <a:lnTo>
                    <a:pt x="1227488" y="1909735"/>
                  </a:lnTo>
                  <a:lnTo>
                    <a:pt x="1235379" y="1957858"/>
                  </a:lnTo>
                  <a:lnTo>
                    <a:pt x="1244637" y="2005506"/>
                  </a:lnTo>
                  <a:lnTo>
                    <a:pt x="1255241" y="2052660"/>
                  </a:lnTo>
                  <a:lnTo>
                    <a:pt x="1267170" y="2099298"/>
                  </a:lnTo>
                  <a:lnTo>
                    <a:pt x="1280403" y="2145399"/>
                  </a:lnTo>
                  <a:lnTo>
                    <a:pt x="1294920" y="2190943"/>
                  </a:lnTo>
                  <a:lnTo>
                    <a:pt x="1310699" y="2235908"/>
                  </a:lnTo>
                  <a:lnTo>
                    <a:pt x="1327720" y="2280274"/>
                  </a:lnTo>
                  <a:lnTo>
                    <a:pt x="1345961" y="2324019"/>
                  </a:lnTo>
                  <a:lnTo>
                    <a:pt x="1365402" y="2367123"/>
                  </a:lnTo>
                  <a:lnTo>
                    <a:pt x="1386021" y="2409565"/>
                  </a:lnTo>
                  <a:lnTo>
                    <a:pt x="1407799" y="2451324"/>
                  </a:lnTo>
                  <a:lnTo>
                    <a:pt x="1430713" y="2492379"/>
                  </a:lnTo>
                  <a:lnTo>
                    <a:pt x="1454743" y="2532709"/>
                  </a:lnTo>
                  <a:lnTo>
                    <a:pt x="1479869" y="2572293"/>
                  </a:lnTo>
                  <a:lnTo>
                    <a:pt x="1506069" y="2611111"/>
                  </a:lnTo>
                  <a:lnTo>
                    <a:pt x="1533322" y="2649141"/>
                  </a:lnTo>
                  <a:lnTo>
                    <a:pt x="1561607" y="2686362"/>
                  </a:lnTo>
                  <a:lnTo>
                    <a:pt x="1590904" y="2722754"/>
                  </a:lnTo>
                  <a:lnTo>
                    <a:pt x="1621192" y="2758295"/>
                  </a:lnTo>
                  <a:lnTo>
                    <a:pt x="1652449" y="2792965"/>
                  </a:lnTo>
                  <a:lnTo>
                    <a:pt x="1684655" y="2826743"/>
                  </a:lnTo>
                  <a:lnTo>
                    <a:pt x="1717789" y="2859608"/>
                  </a:lnTo>
                  <a:lnTo>
                    <a:pt x="1751830" y="2891539"/>
                  </a:lnTo>
                  <a:lnTo>
                    <a:pt x="1786756" y="2922515"/>
                  </a:lnTo>
                  <a:lnTo>
                    <a:pt x="1822548" y="2952516"/>
                  </a:lnTo>
                  <a:lnTo>
                    <a:pt x="1859185" y="2981519"/>
                  </a:lnTo>
                  <a:lnTo>
                    <a:pt x="1896644" y="3009505"/>
                  </a:lnTo>
                  <a:lnTo>
                    <a:pt x="1934906" y="3036452"/>
                  </a:lnTo>
                  <a:lnTo>
                    <a:pt x="1973949" y="3062340"/>
                  </a:lnTo>
                  <a:lnTo>
                    <a:pt x="2013753" y="3087147"/>
                  </a:lnTo>
                  <a:lnTo>
                    <a:pt x="2054297" y="3110854"/>
                  </a:lnTo>
                  <a:lnTo>
                    <a:pt x="2095560" y="3133438"/>
                  </a:lnTo>
                  <a:lnTo>
                    <a:pt x="2137520" y="3154878"/>
                  </a:lnTo>
                  <a:lnTo>
                    <a:pt x="2180157" y="3175155"/>
                  </a:lnTo>
                  <a:lnTo>
                    <a:pt x="2223451" y="3194247"/>
                  </a:lnTo>
                  <a:lnTo>
                    <a:pt x="2267360" y="3212087"/>
                  </a:lnTo>
                  <a:lnTo>
                    <a:pt x="2262413" y="3214092"/>
                  </a:lnTo>
                  <a:lnTo>
                    <a:pt x="2216771" y="3230954"/>
                  </a:lnTo>
                  <a:lnTo>
                    <a:pt x="2169187" y="3246954"/>
                  </a:lnTo>
                  <a:lnTo>
                    <a:pt x="2120972" y="3261547"/>
                  </a:lnTo>
                  <a:lnTo>
                    <a:pt x="2072153" y="3274707"/>
                  </a:lnTo>
                  <a:lnTo>
                    <a:pt x="2022753" y="3286410"/>
                  </a:lnTo>
                  <a:lnTo>
                    <a:pt x="1972797" y="3296631"/>
                  </a:lnTo>
                  <a:lnTo>
                    <a:pt x="1922309" y="3305348"/>
                  </a:lnTo>
                  <a:lnTo>
                    <a:pt x="1871313" y="3312534"/>
                  </a:lnTo>
                  <a:lnTo>
                    <a:pt x="1819835" y="3318165"/>
                  </a:lnTo>
                  <a:lnTo>
                    <a:pt x="1767897" y="3322218"/>
                  </a:lnTo>
                  <a:lnTo>
                    <a:pt x="1715526" y="3324668"/>
                  </a:lnTo>
                  <a:lnTo>
                    <a:pt x="1662745" y="3325490"/>
                  </a:lnTo>
                  <a:close/>
                </a:path>
                <a:path w="2326004" h="3325494">
                  <a:moveTo>
                    <a:pt x="2263738" y="3213569"/>
                  </a:moveTo>
                  <a:lnTo>
                    <a:pt x="2325860" y="3188380"/>
                  </a:lnTo>
                  <a:lnTo>
                    <a:pt x="2278081" y="3207913"/>
                  </a:lnTo>
                  <a:lnTo>
                    <a:pt x="2263738" y="3213569"/>
                  </a:lnTo>
                  <a:close/>
                </a:path>
              </a:pathLst>
            </a:custGeom>
            <a:solidFill>
              <a:srgbClr val="ECF3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918360" y="10160379"/>
            <a:ext cx="2418715" cy="1511935"/>
          </a:xfrm>
          <a:prstGeom prst="rect">
            <a:avLst/>
          </a:prstGeom>
          <a:solidFill>
            <a:srgbClr val="E7F8FF"/>
          </a:solidFill>
          <a:ln w="25193">
            <a:solidFill>
              <a:srgbClr val="1EABD9"/>
            </a:solidFill>
          </a:ln>
        </p:spPr>
        <p:txBody>
          <a:bodyPr wrap="square" lIns="0" tIns="139065" rIns="0" bIns="0" rtlCol="0" vert="horz">
            <a:spAutoFit/>
          </a:bodyPr>
          <a:lstStyle/>
          <a:p>
            <a:pPr marL="175895" marR="375920">
              <a:lnSpc>
                <a:spcPct val="101699"/>
              </a:lnSpc>
              <a:spcBef>
                <a:spcPts val="1095"/>
              </a:spcBef>
            </a:pPr>
            <a:r>
              <a:rPr dirty="0" sz="1950">
                <a:solidFill>
                  <a:srgbClr val="3BC583"/>
                </a:solidFill>
                <a:latin typeface="Roboto"/>
                <a:cs typeface="Roboto"/>
              </a:rPr>
              <a:t>Data</a:t>
            </a:r>
            <a:r>
              <a:rPr dirty="0" sz="1950" spc="-60">
                <a:solidFill>
                  <a:srgbClr val="3BC583"/>
                </a:solidFill>
                <a:latin typeface="Roboto"/>
                <a:cs typeface="Roboto"/>
              </a:rPr>
              <a:t> </a:t>
            </a:r>
            <a:r>
              <a:rPr dirty="0" sz="1950" spc="-10">
                <a:solidFill>
                  <a:srgbClr val="3BC583"/>
                </a:solidFill>
                <a:latin typeface="Roboto"/>
                <a:cs typeface="Roboto"/>
              </a:rPr>
              <a:t>Integration </a:t>
            </a:r>
            <a:r>
              <a:rPr dirty="0" sz="1950">
                <a:solidFill>
                  <a:srgbClr val="3BC583"/>
                </a:solidFill>
                <a:latin typeface="Roboto"/>
                <a:cs typeface="Roboto"/>
              </a:rPr>
              <a:t>and</a:t>
            </a:r>
            <a:r>
              <a:rPr dirty="0" sz="1950" spc="-45">
                <a:solidFill>
                  <a:srgbClr val="3BC583"/>
                </a:solidFill>
                <a:latin typeface="Roboto"/>
                <a:cs typeface="Roboto"/>
              </a:rPr>
              <a:t> </a:t>
            </a:r>
            <a:r>
              <a:rPr dirty="0" sz="1950" spc="-10">
                <a:solidFill>
                  <a:srgbClr val="3BC583"/>
                </a:solidFill>
                <a:latin typeface="Roboto"/>
                <a:cs typeface="Roboto"/>
              </a:rPr>
              <a:t>Connectivity</a:t>
            </a:r>
            <a:endParaRPr sz="1950">
              <a:latin typeface="Roboto"/>
              <a:cs typeface="Roboto"/>
            </a:endParaRPr>
          </a:p>
          <a:p>
            <a:pPr marL="175895" marR="494665">
              <a:lnSpc>
                <a:spcPct val="102600"/>
              </a:lnSpc>
              <a:spcBef>
                <a:spcPts val="1170"/>
              </a:spcBef>
            </a:pPr>
            <a:r>
              <a:rPr dirty="0" sz="1450">
                <a:solidFill>
                  <a:srgbClr val="449970"/>
                </a:solidFill>
                <a:latin typeface="Roboto"/>
                <a:cs typeface="Roboto"/>
              </a:rPr>
              <a:t>Seamlessly</a:t>
            </a:r>
            <a:r>
              <a:rPr dirty="0" sz="1450" spc="30">
                <a:solidFill>
                  <a:srgbClr val="449970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449970"/>
                </a:solidFill>
                <a:latin typeface="Roboto"/>
                <a:cs typeface="Roboto"/>
              </a:rPr>
              <a:t>connect </a:t>
            </a:r>
            <a:r>
              <a:rPr dirty="0" sz="1450">
                <a:solidFill>
                  <a:srgbClr val="449970"/>
                </a:solidFill>
                <a:latin typeface="Roboto"/>
                <a:cs typeface="Roboto"/>
              </a:rPr>
              <a:t>diverse</a:t>
            </a:r>
            <a:r>
              <a:rPr dirty="0" sz="1450" spc="20">
                <a:solidFill>
                  <a:srgbClr val="449970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449970"/>
                </a:solidFill>
                <a:latin typeface="Roboto"/>
                <a:cs typeface="Roboto"/>
              </a:rPr>
              <a:t>data</a:t>
            </a:r>
            <a:r>
              <a:rPr dirty="0" sz="1450" spc="20">
                <a:solidFill>
                  <a:srgbClr val="449970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449970"/>
                </a:solidFill>
                <a:latin typeface="Roboto"/>
                <a:cs typeface="Roboto"/>
              </a:rPr>
              <a:t>sources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72014" y="9858062"/>
            <a:ext cx="2418715" cy="1814195"/>
          </a:xfrm>
          <a:prstGeom prst="rect">
            <a:avLst/>
          </a:prstGeom>
          <a:solidFill>
            <a:srgbClr val="ECF3FF"/>
          </a:solidFill>
          <a:ln w="25193">
            <a:solidFill>
              <a:srgbClr val="4D87E6"/>
            </a:solidFill>
          </a:ln>
        </p:spPr>
        <p:txBody>
          <a:bodyPr wrap="square" lIns="0" tIns="139065" rIns="0" bIns="0" rtlCol="0" vert="horz">
            <a:spAutoFit/>
          </a:bodyPr>
          <a:lstStyle/>
          <a:p>
            <a:pPr algn="ctr" marL="221615" marR="732155">
              <a:lnSpc>
                <a:spcPct val="101699"/>
              </a:lnSpc>
              <a:spcBef>
                <a:spcPts val="1095"/>
              </a:spcBef>
            </a:pPr>
            <a:r>
              <a:rPr dirty="0" sz="1950" b="1">
                <a:solidFill>
                  <a:srgbClr val="DE58A9"/>
                </a:solidFill>
                <a:latin typeface="Roboto"/>
                <a:cs typeface="Roboto"/>
              </a:rPr>
              <a:t>Cloud-</a:t>
            </a:r>
            <a:r>
              <a:rPr dirty="0" sz="1950" spc="-10" b="1">
                <a:solidFill>
                  <a:srgbClr val="DE58A9"/>
                </a:solidFill>
                <a:latin typeface="Roboto"/>
                <a:cs typeface="Roboto"/>
              </a:rPr>
              <a:t>Based Business Intelligence</a:t>
            </a:r>
            <a:endParaRPr sz="1950">
              <a:latin typeface="Roboto"/>
              <a:cs typeface="Roboto"/>
            </a:endParaRPr>
          </a:p>
          <a:p>
            <a:pPr marL="175895" marR="452755">
              <a:lnSpc>
                <a:spcPct val="102600"/>
              </a:lnSpc>
              <a:spcBef>
                <a:spcPts val="1170"/>
              </a:spcBef>
            </a:pPr>
            <a:r>
              <a:rPr dirty="0" sz="1450">
                <a:solidFill>
                  <a:srgbClr val="507FCC"/>
                </a:solidFill>
                <a:latin typeface="Roboto"/>
                <a:cs typeface="Roboto"/>
              </a:rPr>
              <a:t>Accessible</a:t>
            </a:r>
            <a:r>
              <a:rPr dirty="0" sz="1450" spc="55">
                <a:solidFill>
                  <a:srgbClr val="507FCC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507FCC"/>
                </a:solidFill>
                <a:latin typeface="Roboto"/>
                <a:cs typeface="Roboto"/>
              </a:rPr>
              <a:t>data</a:t>
            </a:r>
            <a:r>
              <a:rPr dirty="0" sz="1450" spc="60">
                <a:solidFill>
                  <a:srgbClr val="507FCC"/>
                </a:solidFill>
                <a:latin typeface="Roboto"/>
                <a:cs typeface="Roboto"/>
              </a:rPr>
              <a:t> </a:t>
            </a:r>
            <a:r>
              <a:rPr dirty="0" sz="1450" spc="-20">
                <a:solidFill>
                  <a:srgbClr val="507FCC"/>
                </a:solidFill>
                <a:latin typeface="Roboto"/>
                <a:cs typeface="Roboto"/>
              </a:rPr>
              <a:t>from </a:t>
            </a:r>
            <a:r>
              <a:rPr dirty="0" sz="1450" spc="-10">
                <a:solidFill>
                  <a:srgbClr val="507FCC"/>
                </a:solidFill>
                <a:latin typeface="Roboto"/>
                <a:cs typeface="Roboto"/>
              </a:rPr>
              <a:t>anywhere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16221" y="8497634"/>
            <a:ext cx="9976485" cy="8843010"/>
          </a:xfrm>
          <a:prstGeom prst="rect">
            <a:avLst/>
          </a:prstGeom>
        </p:spPr>
        <p:txBody>
          <a:bodyPr wrap="square" lIns="0" tIns="269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120"/>
              </a:spcBef>
            </a:pPr>
            <a:endParaRPr sz="2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450" spc="50" b="1">
                <a:solidFill>
                  <a:srgbClr val="474747"/>
                </a:solidFill>
                <a:latin typeface="Roboto"/>
                <a:cs typeface="Roboto"/>
              </a:rPr>
              <a:t>The</a:t>
            </a:r>
            <a:r>
              <a:rPr dirty="0" sz="2450" spc="25" b="1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2450" b="1">
                <a:solidFill>
                  <a:srgbClr val="474747"/>
                </a:solidFill>
                <a:latin typeface="Roboto"/>
                <a:cs typeface="Roboto"/>
              </a:rPr>
              <a:t>Power</a:t>
            </a:r>
            <a:r>
              <a:rPr dirty="0" sz="2450" spc="45" b="1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2450" b="1">
                <a:solidFill>
                  <a:srgbClr val="474747"/>
                </a:solidFill>
                <a:latin typeface="Roboto"/>
                <a:cs typeface="Roboto"/>
              </a:rPr>
              <a:t>of</a:t>
            </a:r>
            <a:r>
              <a:rPr dirty="0" sz="2450" spc="40" b="1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2450" b="1">
                <a:solidFill>
                  <a:srgbClr val="474747"/>
                </a:solidFill>
                <a:latin typeface="Roboto"/>
                <a:cs typeface="Roboto"/>
              </a:rPr>
              <a:t>Unified</a:t>
            </a:r>
            <a:r>
              <a:rPr dirty="0" sz="2450" spc="40" b="1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2450" b="1">
                <a:solidFill>
                  <a:srgbClr val="474747"/>
                </a:solidFill>
                <a:latin typeface="Roboto"/>
                <a:cs typeface="Roboto"/>
              </a:rPr>
              <a:t>Business</a:t>
            </a:r>
            <a:r>
              <a:rPr dirty="0" sz="2450" spc="40" b="1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2450" spc="-10" b="1">
                <a:solidFill>
                  <a:srgbClr val="474747"/>
                </a:solidFill>
                <a:latin typeface="Roboto"/>
                <a:cs typeface="Roboto"/>
              </a:rPr>
              <a:t>Intelligence</a:t>
            </a: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4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2450">
              <a:latin typeface="Roboto"/>
              <a:cs typeface="Roboto"/>
            </a:endParaRPr>
          </a:p>
          <a:p>
            <a:pPr algn="ctr" marL="4274820" marR="4333240">
              <a:lnSpc>
                <a:spcPct val="101699"/>
              </a:lnSpc>
            </a:pPr>
            <a:r>
              <a:rPr dirty="0" sz="1950" spc="-10">
                <a:solidFill>
                  <a:srgbClr val="1EABD9"/>
                </a:solidFill>
                <a:latin typeface="Roboto"/>
                <a:cs typeface="Roboto"/>
              </a:rPr>
              <a:t>Unified</a:t>
            </a:r>
            <a:r>
              <a:rPr dirty="0" sz="1950" spc="-65">
                <a:solidFill>
                  <a:srgbClr val="1EABD9"/>
                </a:solidFill>
                <a:latin typeface="Roboto"/>
                <a:cs typeface="Roboto"/>
              </a:rPr>
              <a:t> </a:t>
            </a:r>
            <a:r>
              <a:rPr dirty="0" sz="1950" spc="-20">
                <a:solidFill>
                  <a:srgbClr val="1EABD9"/>
                </a:solidFill>
                <a:latin typeface="Roboto"/>
                <a:cs typeface="Roboto"/>
              </a:rPr>
              <a:t>Data </a:t>
            </a:r>
            <a:r>
              <a:rPr dirty="0" sz="1950" spc="-10">
                <a:solidFill>
                  <a:srgbClr val="1EABD9"/>
                </a:solidFill>
                <a:latin typeface="Roboto"/>
                <a:cs typeface="Roboto"/>
              </a:rPr>
              <a:t>Access</a:t>
            </a:r>
            <a:endParaRPr sz="1950">
              <a:latin typeface="Roboto"/>
              <a:cs typeface="Roboto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052739" y="11659369"/>
            <a:ext cx="7733030" cy="5417185"/>
            <a:chOff x="4052739" y="11659369"/>
            <a:chExt cx="7733030" cy="5417185"/>
          </a:xfrm>
        </p:grpSpPr>
        <p:sp>
          <p:nvSpPr>
            <p:cNvPr id="12" name="object 12" descr=""/>
            <p:cNvSpPr/>
            <p:nvPr/>
          </p:nvSpPr>
          <p:spPr>
            <a:xfrm>
              <a:off x="7098158" y="13107973"/>
              <a:ext cx="2273935" cy="3325495"/>
            </a:xfrm>
            <a:custGeom>
              <a:avLst/>
              <a:gdLst/>
              <a:ahLst/>
              <a:cxnLst/>
              <a:rect l="l" t="t" r="r" b="b"/>
              <a:pathLst>
                <a:path w="2273934" h="3325494">
                  <a:moveTo>
                    <a:pt x="610932" y="3325490"/>
                  </a:moveTo>
                  <a:lnTo>
                    <a:pt x="659101" y="3324805"/>
                  </a:lnTo>
                  <a:lnTo>
                    <a:pt x="706930" y="3322765"/>
                  </a:lnTo>
                  <a:lnTo>
                    <a:pt x="754400" y="3319386"/>
                  </a:lnTo>
                  <a:lnTo>
                    <a:pt x="801495" y="3314689"/>
                  </a:lnTo>
                  <a:lnTo>
                    <a:pt x="848194" y="3308690"/>
                  </a:lnTo>
                  <a:lnTo>
                    <a:pt x="894479" y="3301409"/>
                  </a:lnTo>
                  <a:lnTo>
                    <a:pt x="940333" y="3292865"/>
                  </a:lnTo>
                  <a:lnTo>
                    <a:pt x="985736" y="3283075"/>
                  </a:lnTo>
                  <a:lnTo>
                    <a:pt x="1030670" y="3272058"/>
                  </a:lnTo>
                  <a:lnTo>
                    <a:pt x="1075117" y="3259832"/>
                  </a:lnTo>
                  <a:lnTo>
                    <a:pt x="1119058" y="3246417"/>
                  </a:lnTo>
                  <a:lnTo>
                    <a:pt x="1162474" y="3231830"/>
                  </a:lnTo>
                  <a:lnTo>
                    <a:pt x="1205348" y="3216091"/>
                  </a:lnTo>
                  <a:lnTo>
                    <a:pt x="1247660" y="3199217"/>
                  </a:lnTo>
                  <a:lnTo>
                    <a:pt x="1289392" y="3181226"/>
                  </a:lnTo>
                  <a:lnTo>
                    <a:pt x="1330526" y="3162139"/>
                  </a:lnTo>
                  <a:lnTo>
                    <a:pt x="1371042" y="3141972"/>
                  </a:lnTo>
                  <a:lnTo>
                    <a:pt x="1410924" y="3120745"/>
                  </a:lnTo>
                  <a:lnTo>
                    <a:pt x="1450152" y="3098476"/>
                  </a:lnTo>
                  <a:lnTo>
                    <a:pt x="1488707" y="3075184"/>
                  </a:lnTo>
                  <a:lnTo>
                    <a:pt x="1526572" y="3050886"/>
                  </a:lnTo>
                  <a:lnTo>
                    <a:pt x="1563727" y="3025602"/>
                  </a:lnTo>
                  <a:lnTo>
                    <a:pt x="1600154" y="2999349"/>
                  </a:lnTo>
                  <a:lnTo>
                    <a:pt x="1635836" y="2972147"/>
                  </a:lnTo>
                  <a:lnTo>
                    <a:pt x="1670752" y="2944014"/>
                  </a:lnTo>
                  <a:lnTo>
                    <a:pt x="1704885" y="2914969"/>
                  </a:lnTo>
                  <a:lnTo>
                    <a:pt x="1738217" y="2885029"/>
                  </a:lnTo>
                  <a:lnTo>
                    <a:pt x="1770728" y="2854213"/>
                  </a:lnTo>
                  <a:lnTo>
                    <a:pt x="1802401" y="2822541"/>
                  </a:lnTo>
                  <a:lnTo>
                    <a:pt x="1833217" y="2790029"/>
                  </a:lnTo>
                  <a:lnTo>
                    <a:pt x="1863156" y="2756698"/>
                  </a:lnTo>
                  <a:lnTo>
                    <a:pt x="1892202" y="2722564"/>
                  </a:lnTo>
                  <a:lnTo>
                    <a:pt x="1920335" y="2687648"/>
                  </a:lnTo>
                  <a:lnTo>
                    <a:pt x="1947537" y="2651967"/>
                  </a:lnTo>
                  <a:lnTo>
                    <a:pt x="1973789" y="2615539"/>
                  </a:lnTo>
                  <a:lnTo>
                    <a:pt x="1999074" y="2578384"/>
                  </a:lnTo>
                  <a:lnTo>
                    <a:pt x="2023371" y="2540519"/>
                  </a:lnTo>
                  <a:lnTo>
                    <a:pt x="2046664" y="2501964"/>
                  </a:lnTo>
                  <a:lnTo>
                    <a:pt x="2068933" y="2462736"/>
                  </a:lnTo>
                  <a:lnTo>
                    <a:pt x="2090160" y="2422855"/>
                  </a:lnTo>
                  <a:lnTo>
                    <a:pt x="2110327" y="2382338"/>
                  </a:lnTo>
                  <a:lnTo>
                    <a:pt x="2129414" y="2341204"/>
                  </a:lnTo>
                  <a:lnTo>
                    <a:pt x="2147404" y="2299472"/>
                  </a:lnTo>
                  <a:lnTo>
                    <a:pt x="2164278" y="2257160"/>
                  </a:lnTo>
                  <a:lnTo>
                    <a:pt x="2180018" y="2214287"/>
                  </a:lnTo>
                  <a:lnTo>
                    <a:pt x="2194605" y="2170870"/>
                  </a:lnTo>
                  <a:lnTo>
                    <a:pt x="2208020" y="2126929"/>
                  </a:lnTo>
                  <a:lnTo>
                    <a:pt x="2220245" y="2082483"/>
                  </a:lnTo>
                  <a:lnTo>
                    <a:pt x="2231262" y="2037548"/>
                  </a:lnTo>
                  <a:lnTo>
                    <a:pt x="2241052" y="1992145"/>
                  </a:lnTo>
                  <a:lnTo>
                    <a:pt x="2249597" y="1946292"/>
                  </a:lnTo>
                  <a:lnTo>
                    <a:pt x="2256878" y="1900006"/>
                  </a:lnTo>
                  <a:lnTo>
                    <a:pt x="2262876" y="1853307"/>
                  </a:lnTo>
                  <a:lnTo>
                    <a:pt x="2267574" y="1806213"/>
                  </a:lnTo>
                  <a:lnTo>
                    <a:pt x="2270953" y="1758742"/>
                  </a:lnTo>
                  <a:lnTo>
                    <a:pt x="2272993" y="1710913"/>
                  </a:lnTo>
                  <a:lnTo>
                    <a:pt x="2273677" y="1662745"/>
                  </a:lnTo>
                  <a:lnTo>
                    <a:pt x="2272993" y="1614576"/>
                  </a:lnTo>
                  <a:lnTo>
                    <a:pt x="2270953" y="1566747"/>
                  </a:lnTo>
                  <a:lnTo>
                    <a:pt x="2267574" y="1519277"/>
                  </a:lnTo>
                  <a:lnTo>
                    <a:pt x="2262876" y="1472182"/>
                  </a:lnTo>
                  <a:lnTo>
                    <a:pt x="2256878" y="1425483"/>
                  </a:lnTo>
                  <a:lnTo>
                    <a:pt x="2249597" y="1379197"/>
                  </a:lnTo>
                  <a:lnTo>
                    <a:pt x="2241052" y="1333344"/>
                  </a:lnTo>
                  <a:lnTo>
                    <a:pt x="2231262" y="1287941"/>
                  </a:lnTo>
                  <a:lnTo>
                    <a:pt x="2220245" y="1243006"/>
                  </a:lnTo>
                  <a:lnTo>
                    <a:pt x="2208020" y="1198560"/>
                  </a:lnTo>
                  <a:lnTo>
                    <a:pt x="2194605" y="1154619"/>
                  </a:lnTo>
                  <a:lnTo>
                    <a:pt x="2180018" y="1111203"/>
                  </a:lnTo>
                  <a:lnTo>
                    <a:pt x="2164278" y="1068329"/>
                  </a:lnTo>
                  <a:lnTo>
                    <a:pt x="2147404" y="1026017"/>
                  </a:lnTo>
                  <a:lnTo>
                    <a:pt x="2129414" y="984285"/>
                  </a:lnTo>
                  <a:lnTo>
                    <a:pt x="2110327" y="943151"/>
                  </a:lnTo>
                  <a:lnTo>
                    <a:pt x="2090160" y="902634"/>
                  </a:lnTo>
                  <a:lnTo>
                    <a:pt x="2068933" y="862753"/>
                  </a:lnTo>
                  <a:lnTo>
                    <a:pt x="2046664" y="823525"/>
                  </a:lnTo>
                  <a:lnTo>
                    <a:pt x="2023371" y="784970"/>
                  </a:lnTo>
                  <a:lnTo>
                    <a:pt x="1999074" y="747105"/>
                  </a:lnTo>
                  <a:lnTo>
                    <a:pt x="1973789" y="709950"/>
                  </a:lnTo>
                  <a:lnTo>
                    <a:pt x="1947537" y="673522"/>
                  </a:lnTo>
                  <a:lnTo>
                    <a:pt x="1920335" y="637841"/>
                  </a:lnTo>
                  <a:lnTo>
                    <a:pt x="1892202" y="602925"/>
                  </a:lnTo>
                  <a:lnTo>
                    <a:pt x="1863156" y="568791"/>
                  </a:lnTo>
                  <a:lnTo>
                    <a:pt x="1833217" y="535460"/>
                  </a:lnTo>
                  <a:lnTo>
                    <a:pt x="1802401" y="502949"/>
                  </a:lnTo>
                  <a:lnTo>
                    <a:pt x="1770728" y="471276"/>
                  </a:lnTo>
                  <a:lnTo>
                    <a:pt x="1738217" y="440460"/>
                  </a:lnTo>
                  <a:lnTo>
                    <a:pt x="1704885" y="410521"/>
                  </a:lnTo>
                  <a:lnTo>
                    <a:pt x="1670752" y="381475"/>
                  </a:lnTo>
                  <a:lnTo>
                    <a:pt x="1635836" y="353342"/>
                  </a:lnTo>
                  <a:lnTo>
                    <a:pt x="1600154" y="326140"/>
                  </a:lnTo>
                  <a:lnTo>
                    <a:pt x="1563727" y="299887"/>
                  </a:lnTo>
                  <a:lnTo>
                    <a:pt x="1526572" y="274603"/>
                  </a:lnTo>
                  <a:lnTo>
                    <a:pt x="1488707" y="250306"/>
                  </a:lnTo>
                  <a:lnTo>
                    <a:pt x="1450152" y="227013"/>
                  </a:lnTo>
                  <a:lnTo>
                    <a:pt x="1410924" y="204744"/>
                  </a:lnTo>
                  <a:lnTo>
                    <a:pt x="1371042" y="183517"/>
                  </a:lnTo>
                  <a:lnTo>
                    <a:pt x="1330526" y="163350"/>
                  </a:lnTo>
                  <a:lnTo>
                    <a:pt x="1289392" y="144263"/>
                  </a:lnTo>
                  <a:lnTo>
                    <a:pt x="1247660" y="126273"/>
                  </a:lnTo>
                  <a:lnTo>
                    <a:pt x="1205348" y="109399"/>
                  </a:lnTo>
                  <a:lnTo>
                    <a:pt x="1162474" y="93659"/>
                  </a:lnTo>
                  <a:lnTo>
                    <a:pt x="1119058" y="79072"/>
                  </a:lnTo>
                  <a:lnTo>
                    <a:pt x="1075117" y="65657"/>
                  </a:lnTo>
                  <a:lnTo>
                    <a:pt x="1030670" y="53432"/>
                  </a:lnTo>
                  <a:lnTo>
                    <a:pt x="985736" y="42415"/>
                  </a:lnTo>
                  <a:lnTo>
                    <a:pt x="940333" y="32625"/>
                  </a:lnTo>
                  <a:lnTo>
                    <a:pt x="894479" y="24080"/>
                  </a:lnTo>
                  <a:lnTo>
                    <a:pt x="848194" y="16799"/>
                  </a:lnTo>
                  <a:lnTo>
                    <a:pt x="801495" y="10800"/>
                  </a:lnTo>
                  <a:lnTo>
                    <a:pt x="754400" y="6103"/>
                  </a:lnTo>
                  <a:lnTo>
                    <a:pt x="706930" y="2724"/>
                  </a:lnTo>
                  <a:lnTo>
                    <a:pt x="659101" y="684"/>
                  </a:lnTo>
                  <a:lnTo>
                    <a:pt x="610932" y="0"/>
                  </a:lnTo>
                  <a:lnTo>
                    <a:pt x="557804" y="832"/>
                  </a:lnTo>
                  <a:lnTo>
                    <a:pt x="505092" y="3314"/>
                  </a:lnTo>
                  <a:lnTo>
                    <a:pt x="452821" y="7419"/>
                  </a:lnTo>
                  <a:lnTo>
                    <a:pt x="401014" y="13124"/>
                  </a:lnTo>
                  <a:lnTo>
                    <a:pt x="349698" y="20403"/>
                  </a:lnTo>
                  <a:lnTo>
                    <a:pt x="298897" y="29231"/>
                  </a:lnTo>
                  <a:lnTo>
                    <a:pt x="248636" y="39585"/>
                  </a:lnTo>
                  <a:lnTo>
                    <a:pt x="198940" y="51437"/>
                  </a:lnTo>
                  <a:lnTo>
                    <a:pt x="149833" y="64765"/>
                  </a:lnTo>
                  <a:lnTo>
                    <a:pt x="101341" y="79544"/>
                  </a:lnTo>
                  <a:lnTo>
                    <a:pt x="53487" y="95747"/>
                  </a:lnTo>
                  <a:lnTo>
                    <a:pt x="6298" y="113351"/>
                  </a:lnTo>
                  <a:lnTo>
                    <a:pt x="50227" y="131237"/>
                  </a:lnTo>
                  <a:lnTo>
                    <a:pt x="93520" y="150330"/>
                  </a:lnTo>
                  <a:lnTo>
                    <a:pt x="136158" y="170607"/>
                  </a:lnTo>
                  <a:lnTo>
                    <a:pt x="178118" y="192048"/>
                  </a:lnTo>
                  <a:lnTo>
                    <a:pt x="219381" y="214632"/>
                  </a:lnTo>
                  <a:lnTo>
                    <a:pt x="259925" y="238339"/>
                  </a:lnTo>
                  <a:lnTo>
                    <a:pt x="299729" y="263147"/>
                  </a:lnTo>
                  <a:lnTo>
                    <a:pt x="338772" y="289035"/>
                  </a:lnTo>
                  <a:lnTo>
                    <a:pt x="377034" y="315982"/>
                  </a:lnTo>
                  <a:lnTo>
                    <a:pt x="414494" y="343968"/>
                  </a:lnTo>
                  <a:lnTo>
                    <a:pt x="451130" y="372971"/>
                  </a:lnTo>
                  <a:lnTo>
                    <a:pt x="486922" y="402972"/>
                  </a:lnTo>
                  <a:lnTo>
                    <a:pt x="521849" y="433948"/>
                  </a:lnTo>
                  <a:lnTo>
                    <a:pt x="555890" y="465879"/>
                  </a:lnTo>
                  <a:lnTo>
                    <a:pt x="589024" y="498744"/>
                  </a:lnTo>
                  <a:lnTo>
                    <a:pt x="621230" y="532522"/>
                  </a:lnTo>
                  <a:lnTo>
                    <a:pt x="652487" y="567192"/>
                  </a:lnTo>
                  <a:lnTo>
                    <a:pt x="682774" y="602733"/>
                  </a:lnTo>
                  <a:lnTo>
                    <a:pt x="712071" y="639125"/>
                  </a:lnTo>
                  <a:lnTo>
                    <a:pt x="740357" y="676346"/>
                  </a:lnTo>
                  <a:lnTo>
                    <a:pt x="767610" y="714376"/>
                  </a:lnTo>
                  <a:lnTo>
                    <a:pt x="793809" y="753193"/>
                  </a:lnTo>
                  <a:lnTo>
                    <a:pt x="818935" y="792777"/>
                  </a:lnTo>
                  <a:lnTo>
                    <a:pt x="842965" y="833107"/>
                  </a:lnTo>
                  <a:lnTo>
                    <a:pt x="865879" y="874162"/>
                  </a:lnTo>
                  <a:lnTo>
                    <a:pt x="887657" y="915921"/>
                  </a:lnTo>
                  <a:lnTo>
                    <a:pt x="908276" y="958363"/>
                  </a:lnTo>
                  <a:lnTo>
                    <a:pt x="927717" y="1001467"/>
                  </a:lnTo>
                  <a:lnTo>
                    <a:pt x="945958" y="1045212"/>
                  </a:lnTo>
                  <a:lnTo>
                    <a:pt x="962978" y="1089578"/>
                  </a:lnTo>
                  <a:lnTo>
                    <a:pt x="978757" y="1134543"/>
                  </a:lnTo>
                  <a:lnTo>
                    <a:pt x="993274" y="1180087"/>
                  </a:lnTo>
                  <a:lnTo>
                    <a:pt x="1006507" y="1226188"/>
                  </a:lnTo>
                  <a:lnTo>
                    <a:pt x="1018436" y="1272826"/>
                  </a:lnTo>
                  <a:lnTo>
                    <a:pt x="1029040" y="1319980"/>
                  </a:lnTo>
                  <a:lnTo>
                    <a:pt x="1038298" y="1367629"/>
                  </a:lnTo>
                  <a:lnTo>
                    <a:pt x="1046189" y="1415752"/>
                  </a:lnTo>
                  <a:lnTo>
                    <a:pt x="1052692" y="1464328"/>
                  </a:lnTo>
                  <a:lnTo>
                    <a:pt x="1057787" y="1513336"/>
                  </a:lnTo>
                  <a:lnTo>
                    <a:pt x="1061451" y="1562755"/>
                  </a:lnTo>
                  <a:lnTo>
                    <a:pt x="1063666" y="1612565"/>
                  </a:lnTo>
                  <a:lnTo>
                    <a:pt x="1064408" y="1662745"/>
                  </a:lnTo>
                  <a:lnTo>
                    <a:pt x="1063666" y="1712924"/>
                  </a:lnTo>
                  <a:lnTo>
                    <a:pt x="1061451" y="1762734"/>
                  </a:lnTo>
                  <a:lnTo>
                    <a:pt x="1057787" y="1812153"/>
                  </a:lnTo>
                  <a:lnTo>
                    <a:pt x="1052692" y="1861161"/>
                  </a:lnTo>
                  <a:lnTo>
                    <a:pt x="1046189" y="1909737"/>
                  </a:lnTo>
                  <a:lnTo>
                    <a:pt x="1038298" y="1957860"/>
                  </a:lnTo>
                  <a:lnTo>
                    <a:pt x="1029040" y="2005508"/>
                  </a:lnTo>
                  <a:lnTo>
                    <a:pt x="1018436" y="2052662"/>
                  </a:lnTo>
                  <a:lnTo>
                    <a:pt x="1006507" y="2099300"/>
                  </a:lnTo>
                  <a:lnTo>
                    <a:pt x="993274" y="2145402"/>
                  </a:lnTo>
                  <a:lnTo>
                    <a:pt x="978757" y="2190945"/>
                  </a:lnTo>
                  <a:lnTo>
                    <a:pt x="962978" y="2235910"/>
                  </a:lnTo>
                  <a:lnTo>
                    <a:pt x="945958" y="2280276"/>
                  </a:lnTo>
                  <a:lnTo>
                    <a:pt x="927717" y="2324021"/>
                  </a:lnTo>
                  <a:lnTo>
                    <a:pt x="908276" y="2367125"/>
                  </a:lnTo>
                  <a:lnTo>
                    <a:pt x="887657" y="2409567"/>
                  </a:lnTo>
                  <a:lnTo>
                    <a:pt x="865879" y="2451326"/>
                  </a:lnTo>
                  <a:lnTo>
                    <a:pt x="842965" y="2492381"/>
                  </a:lnTo>
                  <a:lnTo>
                    <a:pt x="818935" y="2532711"/>
                  </a:lnTo>
                  <a:lnTo>
                    <a:pt x="793809" y="2572295"/>
                  </a:lnTo>
                  <a:lnTo>
                    <a:pt x="767610" y="2611112"/>
                  </a:lnTo>
                  <a:lnTo>
                    <a:pt x="740357" y="2649142"/>
                  </a:lnTo>
                  <a:lnTo>
                    <a:pt x="712071" y="2686363"/>
                  </a:lnTo>
                  <a:lnTo>
                    <a:pt x="682774" y="2722755"/>
                  </a:lnTo>
                  <a:lnTo>
                    <a:pt x="652487" y="2758296"/>
                  </a:lnTo>
                  <a:lnTo>
                    <a:pt x="621230" y="2792967"/>
                  </a:lnTo>
                  <a:lnTo>
                    <a:pt x="589024" y="2826745"/>
                  </a:lnTo>
                  <a:lnTo>
                    <a:pt x="555890" y="2859610"/>
                  </a:lnTo>
                  <a:lnTo>
                    <a:pt x="521849" y="2891541"/>
                  </a:lnTo>
                  <a:lnTo>
                    <a:pt x="486922" y="2922517"/>
                  </a:lnTo>
                  <a:lnTo>
                    <a:pt x="451130" y="2952517"/>
                  </a:lnTo>
                  <a:lnTo>
                    <a:pt x="414494" y="2981521"/>
                  </a:lnTo>
                  <a:lnTo>
                    <a:pt x="377034" y="3009507"/>
                  </a:lnTo>
                  <a:lnTo>
                    <a:pt x="338772" y="3036454"/>
                  </a:lnTo>
                  <a:lnTo>
                    <a:pt x="299729" y="3062342"/>
                  </a:lnTo>
                  <a:lnTo>
                    <a:pt x="259925" y="3087150"/>
                  </a:lnTo>
                  <a:lnTo>
                    <a:pt x="219381" y="3110856"/>
                  </a:lnTo>
                  <a:lnTo>
                    <a:pt x="178118" y="3133441"/>
                  </a:lnTo>
                  <a:lnTo>
                    <a:pt x="136158" y="3154882"/>
                  </a:lnTo>
                  <a:lnTo>
                    <a:pt x="93520" y="3175159"/>
                  </a:lnTo>
                  <a:lnTo>
                    <a:pt x="50227" y="3194252"/>
                  </a:lnTo>
                  <a:lnTo>
                    <a:pt x="6298" y="3212138"/>
                  </a:lnTo>
                  <a:lnTo>
                    <a:pt x="0" y="3209664"/>
                  </a:lnTo>
                  <a:lnTo>
                    <a:pt x="47630" y="3227646"/>
                  </a:lnTo>
                  <a:lnTo>
                    <a:pt x="95942" y="3244199"/>
                  </a:lnTo>
                  <a:lnTo>
                    <a:pt x="144911" y="3259298"/>
                  </a:lnTo>
                  <a:lnTo>
                    <a:pt x="194510" y="3272916"/>
                  </a:lnTo>
                  <a:lnTo>
                    <a:pt x="244714" y="3285028"/>
                  </a:lnTo>
                  <a:lnTo>
                    <a:pt x="295498" y="3295609"/>
                  </a:lnTo>
                  <a:lnTo>
                    <a:pt x="346836" y="3304632"/>
                  </a:lnTo>
                  <a:lnTo>
                    <a:pt x="398702" y="3312072"/>
                  </a:lnTo>
                  <a:lnTo>
                    <a:pt x="451070" y="3317904"/>
                  </a:lnTo>
                  <a:lnTo>
                    <a:pt x="503915" y="3322101"/>
                  </a:lnTo>
                  <a:lnTo>
                    <a:pt x="557211" y="3324638"/>
                  </a:lnTo>
                  <a:lnTo>
                    <a:pt x="610932" y="3325490"/>
                  </a:lnTo>
                  <a:close/>
                </a:path>
              </a:pathLst>
            </a:custGeom>
            <a:ln w="25193">
              <a:solidFill>
                <a:srgbClr val="3BC5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837076" y="13107973"/>
              <a:ext cx="2310130" cy="3325495"/>
            </a:xfrm>
            <a:custGeom>
              <a:avLst/>
              <a:gdLst/>
              <a:ahLst/>
              <a:cxnLst/>
              <a:rect l="l" t="t" r="r" b="b"/>
              <a:pathLst>
                <a:path w="2310129" h="3325494">
                  <a:moveTo>
                    <a:pt x="2267379" y="113350"/>
                  </a:moveTo>
                  <a:lnTo>
                    <a:pt x="2223450" y="131236"/>
                  </a:lnTo>
                  <a:lnTo>
                    <a:pt x="2180157" y="150329"/>
                  </a:lnTo>
                  <a:lnTo>
                    <a:pt x="2137519" y="170606"/>
                  </a:lnTo>
                  <a:lnTo>
                    <a:pt x="2095559" y="192047"/>
                  </a:lnTo>
                  <a:lnTo>
                    <a:pt x="2054296" y="214632"/>
                  </a:lnTo>
                  <a:lnTo>
                    <a:pt x="2013752" y="238338"/>
                  </a:lnTo>
                  <a:lnTo>
                    <a:pt x="1973948" y="263146"/>
                  </a:lnTo>
                  <a:lnTo>
                    <a:pt x="1934905" y="289034"/>
                  </a:lnTo>
                  <a:lnTo>
                    <a:pt x="1896643" y="315981"/>
                  </a:lnTo>
                  <a:lnTo>
                    <a:pt x="1859183" y="343967"/>
                  </a:lnTo>
                  <a:lnTo>
                    <a:pt x="1822547" y="372971"/>
                  </a:lnTo>
                  <a:lnTo>
                    <a:pt x="1786755" y="402971"/>
                  </a:lnTo>
                  <a:lnTo>
                    <a:pt x="1751828" y="433947"/>
                  </a:lnTo>
                  <a:lnTo>
                    <a:pt x="1717787" y="465878"/>
                  </a:lnTo>
                  <a:lnTo>
                    <a:pt x="1684653" y="498743"/>
                  </a:lnTo>
                  <a:lnTo>
                    <a:pt x="1652447" y="532521"/>
                  </a:lnTo>
                  <a:lnTo>
                    <a:pt x="1621190" y="567191"/>
                  </a:lnTo>
                  <a:lnTo>
                    <a:pt x="1590903" y="602733"/>
                  </a:lnTo>
                  <a:lnTo>
                    <a:pt x="1561606" y="639125"/>
                  </a:lnTo>
                  <a:lnTo>
                    <a:pt x="1533320" y="676346"/>
                  </a:lnTo>
                  <a:lnTo>
                    <a:pt x="1506067" y="714376"/>
                  </a:lnTo>
                  <a:lnTo>
                    <a:pt x="1479868" y="753193"/>
                  </a:lnTo>
                  <a:lnTo>
                    <a:pt x="1454742" y="792777"/>
                  </a:lnTo>
                  <a:lnTo>
                    <a:pt x="1430712" y="833107"/>
                  </a:lnTo>
                  <a:lnTo>
                    <a:pt x="1407797" y="874162"/>
                  </a:lnTo>
                  <a:lnTo>
                    <a:pt x="1386020" y="915921"/>
                  </a:lnTo>
                  <a:lnTo>
                    <a:pt x="1365401" y="958363"/>
                  </a:lnTo>
                  <a:lnTo>
                    <a:pt x="1345960" y="1001467"/>
                  </a:lnTo>
                  <a:lnTo>
                    <a:pt x="1327719" y="1045212"/>
                  </a:lnTo>
                  <a:lnTo>
                    <a:pt x="1310699" y="1089578"/>
                  </a:lnTo>
                  <a:lnTo>
                    <a:pt x="1294920" y="1134543"/>
                  </a:lnTo>
                  <a:lnTo>
                    <a:pt x="1280403" y="1180087"/>
                  </a:lnTo>
                  <a:lnTo>
                    <a:pt x="1267170" y="1226188"/>
                  </a:lnTo>
                  <a:lnTo>
                    <a:pt x="1255241" y="1272826"/>
                  </a:lnTo>
                  <a:lnTo>
                    <a:pt x="1244637" y="1319980"/>
                  </a:lnTo>
                  <a:lnTo>
                    <a:pt x="1235379" y="1367629"/>
                  </a:lnTo>
                  <a:lnTo>
                    <a:pt x="1227488" y="1415752"/>
                  </a:lnTo>
                  <a:lnTo>
                    <a:pt x="1220985" y="1464328"/>
                  </a:lnTo>
                  <a:lnTo>
                    <a:pt x="1215890" y="1513336"/>
                  </a:lnTo>
                  <a:lnTo>
                    <a:pt x="1212226" y="1562755"/>
                  </a:lnTo>
                  <a:lnTo>
                    <a:pt x="1210011" y="1612565"/>
                  </a:lnTo>
                  <a:lnTo>
                    <a:pt x="1209269" y="1662745"/>
                  </a:lnTo>
                  <a:lnTo>
                    <a:pt x="1210011" y="1712924"/>
                  </a:lnTo>
                  <a:lnTo>
                    <a:pt x="1212226" y="1762734"/>
                  </a:lnTo>
                  <a:lnTo>
                    <a:pt x="1215890" y="1812153"/>
                  </a:lnTo>
                  <a:lnTo>
                    <a:pt x="1220985" y="1861161"/>
                  </a:lnTo>
                  <a:lnTo>
                    <a:pt x="1227488" y="1909737"/>
                  </a:lnTo>
                  <a:lnTo>
                    <a:pt x="1235379" y="1957860"/>
                  </a:lnTo>
                  <a:lnTo>
                    <a:pt x="1244637" y="2005508"/>
                  </a:lnTo>
                  <a:lnTo>
                    <a:pt x="1255241" y="2052662"/>
                  </a:lnTo>
                  <a:lnTo>
                    <a:pt x="1267170" y="2099300"/>
                  </a:lnTo>
                  <a:lnTo>
                    <a:pt x="1280403" y="2145402"/>
                  </a:lnTo>
                  <a:lnTo>
                    <a:pt x="1294920" y="2190945"/>
                  </a:lnTo>
                  <a:lnTo>
                    <a:pt x="1310699" y="2235910"/>
                  </a:lnTo>
                  <a:lnTo>
                    <a:pt x="1327719" y="2280276"/>
                  </a:lnTo>
                  <a:lnTo>
                    <a:pt x="1345960" y="2324021"/>
                  </a:lnTo>
                  <a:lnTo>
                    <a:pt x="1365401" y="2367125"/>
                  </a:lnTo>
                  <a:lnTo>
                    <a:pt x="1386020" y="2409567"/>
                  </a:lnTo>
                  <a:lnTo>
                    <a:pt x="1407797" y="2451326"/>
                  </a:lnTo>
                  <a:lnTo>
                    <a:pt x="1430712" y="2492381"/>
                  </a:lnTo>
                  <a:lnTo>
                    <a:pt x="1454742" y="2532711"/>
                  </a:lnTo>
                  <a:lnTo>
                    <a:pt x="1479868" y="2572295"/>
                  </a:lnTo>
                  <a:lnTo>
                    <a:pt x="1506067" y="2611112"/>
                  </a:lnTo>
                  <a:lnTo>
                    <a:pt x="1533320" y="2649142"/>
                  </a:lnTo>
                  <a:lnTo>
                    <a:pt x="1561606" y="2686363"/>
                  </a:lnTo>
                  <a:lnTo>
                    <a:pt x="1590903" y="2722755"/>
                  </a:lnTo>
                  <a:lnTo>
                    <a:pt x="1621190" y="2758296"/>
                  </a:lnTo>
                  <a:lnTo>
                    <a:pt x="1652447" y="2792967"/>
                  </a:lnTo>
                  <a:lnTo>
                    <a:pt x="1684653" y="2826745"/>
                  </a:lnTo>
                  <a:lnTo>
                    <a:pt x="1717787" y="2859610"/>
                  </a:lnTo>
                  <a:lnTo>
                    <a:pt x="1751828" y="2891541"/>
                  </a:lnTo>
                  <a:lnTo>
                    <a:pt x="1786755" y="2922517"/>
                  </a:lnTo>
                  <a:lnTo>
                    <a:pt x="1822547" y="2952517"/>
                  </a:lnTo>
                  <a:lnTo>
                    <a:pt x="1859183" y="2981521"/>
                  </a:lnTo>
                  <a:lnTo>
                    <a:pt x="1896643" y="3009507"/>
                  </a:lnTo>
                  <a:lnTo>
                    <a:pt x="1934905" y="3036454"/>
                  </a:lnTo>
                  <a:lnTo>
                    <a:pt x="1973948" y="3062342"/>
                  </a:lnTo>
                  <a:lnTo>
                    <a:pt x="2013752" y="3087150"/>
                  </a:lnTo>
                  <a:lnTo>
                    <a:pt x="2054296" y="3110856"/>
                  </a:lnTo>
                  <a:lnTo>
                    <a:pt x="2095559" y="3133441"/>
                  </a:lnTo>
                  <a:lnTo>
                    <a:pt x="2137519" y="3154882"/>
                  </a:lnTo>
                  <a:lnTo>
                    <a:pt x="2180157" y="3175159"/>
                  </a:lnTo>
                  <a:lnTo>
                    <a:pt x="2223450" y="3194252"/>
                  </a:lnTo>
                  <a:lnTo>
                    <a:pt x="2267379" y="3212138"/>
                  </a:lnTo>
                  <a:lnTo>
                    <a:pt x="2309961" y="3194823"/>
                  </a:lnTo>
                  <a:lnTo>
                    <a:pt x="2263707" y="3213568"/>
                  </a:lnTo>
                  <a:lnTo>
                    <a:pt x="2216775" y="3230953"/>
                  </a:lnTo>
                  <a:lnTo>
                    <a:pt x="2169190" y="3246955"/>
                  </a:lnTo>
                  <a:lnTo>
                    <a:pt x="2120975" y="3261547"/>
                  </a:lnTo>
                  <a:lnTo>
                    <a:pt x="2072156" y="3274708"/>
                  </a:lnTo>
                  <a:lnTo>
                    <a:pt x="2022756" y="3286411"/>
                  </a:lnTo>
                  <a:lnTo>
                    <a:pt x="1972800" y="3296633"/>
                  </a:lnTo>
                  <a:lnTo>
                    <a:pt x="1922312" y="3305349"/>
                  </a:lnTo>
                  <a:lnTo>
                    <a:pt x="1871316" y="3312534"/>
                  </a:lnTo>
                  <a:lnTo>
                    <a:pt x="1819837" y="3318166"/>
                  </a:lnTo>
                  <a:lnTo>
                    <a:pt x="1767899" y="3322218"/>
                  </a:lnTo>
                  <a:lnTo>
                    <a:pt x="1715527" y="3324668"/>
                  </a:lnTo>
                  <a:lnTo>
                    <a:pt x="1662745" y="3325490"/>
                  </a:lnTo>
                  <a:lnTo>
                    <a:pt x="1614576" y="3324805"/>
                  </a:lnTo>
                  <a:lnTo>
                    <a:pt x="1566747" y="3322765"/>
                  </a:lnTo>
                  <a:lnTo>
                    <a:pt x="1519277" y="3319386"/>
                  </a:lnTo>
                  <a:lnTo>
                    <a:pt x="1472182" y="3314689"/>
                  </a:lnTo>
                  <a:lnTo>
                    <a:pt x="1425483" y="3308690"/>
                  </a:lnTo>
                  <a:lnTo>
                    <a:pt x="1379197" y="3301409"/>
                  </a:lnTo>
                  <a:lnTo>
                    <a:pt x="1333344" y="3292865"/>
                  </a:lnTo>
                  <a:lnTo>
                    <a:pt x="1287941" y="3283075"/>
                  </a:lnTo>
                  <a:lnTo>
                    <a:pt x="1243006" y="3272058"/>
                  </a:lnTo>
                  <a:lnTo>
                    <a:pt x="1198560" y="3259832"/>
                  </a:lnTo>
                  <a:lnTo>
                    <a:pt x="1154619" y="3246417"/>
                  </a:lnTo>
                  <a:lnTo>
                    <a:pt x="1111203" y="3231830"/>
                  </a:lnTo>
                  <a:lnTo>
                    <a:pt x="1068329" y="3216091"/>
                  </a:lnTo>
                  <a:lnTo>
                    <a:pt x="1026017" y="3199217"/>
                  </a:lnTo>
                  <a:lnTo>
                    <a:pt x="984285" y="3181226"/>
                  </a:lnTo>
                  <a:lnTo>
                    <a:pt x="943151" y="3162139"/>
                  </a:lnTo>
                  <a:lnTo>
                    <a:pt x="902634" y="3141972"/>
                  </a:lnTo>
                  <a:lnTo>
                    <a:pt x="862753" y="3120745"/>
                  </a:lnTo>
                  <a:lnTo>
                    <a:pt x="823525" y="3098476"/>
                  </a:lnTo>
                  <a:lnTo>
                    <a:pt x="784970" y="3075184"/>
                  </a:lnTo>
                  <a:lnTo>
                    <a:pt x="747105" y="3050886"/>
                  </a:lnTo>
                  <a:lnTo>
                    <a:pt x="709950" y="3025602"/>
                  </a:lnTo>
                  <a:lnTo>
                    <a:pt x="673522" y="2999349"/>
                  </a:lnTo>
                  <a:lnTo>
                    <a:pt x="637841" y="2972147"/>
                  </a:lnTo>
                  <a:lnTo>
                    <a:pt x="602925" y="2944014"/>
                  </a:lnTo>
                  <a:lnTo>
                    <a:pt x="568791" y="2914969"/>
                  </a:lnTo>
                  <a:lnTo>
                    <a:pt x="535460" y="2885029"/>
                  </a:lnTo>
                  <a:lnTo>
                    <a:pt x="502949" y="2854213"/>
                  </a:lnTo>
                  <a:lnTo>
                    <a:pt x="471276" y="2822541"/>
                  </a:lnTo>
                  <a:lnTo>
                    <a:pt x="440460" y="2790029"/>
                  </a:lnTo>
                  <a:lnTo>
                    <a:pt x="410521" y="2756698"/>
                  </a:lnTo>
                  <a:lnTo>
                    <a:pt x="381475" y="2722564"/>
                  </a:lnTo>
                  <a:lnTo>
                    <a:pt x="353342" y="2687648"/>
                  </a:lnTo>
                  <a:lnTo>
                    <a:pt x="326140" y="2651967"/>
                  </a:lnTo>
                  <a:lnTo>
                    <a:pt x="299887" y="2615539"/>
                  </a:lnTo>
                  <a:lnTo>
                    <a:pt x="274603" y="2578384"/>
                  </a:lnTo>
                  <a:lnTo>
                    <a:pt x="250306" y="2540519"/>
                  </a:lnTo>
                  <a:lnTo>
                    <a:pt x="227013" y="2501964"/>
                  </a:lnTo>
                  <a:lnTo>
                    <a:pt x="204744" y="2462736"/>
                  </a:lnTo>
                  <a:lnTo>
                    <a:pt x="183517" y="2422855"/>
                  </a:lnTo>
                  <a:lnTo>
                    <a:pt x="163350" y="2382338"/>
                  </a:lnTo>
                  <a:lnTo>
                    <a:pt x="144263" y="2341204"/>
                  </a:lnTo>
                  <a:lnTo>
                    <a:pt x="126273" y="2299472"/>
                  </a:lnTo>
                  <a:lnTo>
                    <a:pt x="109399" y="2257160"/>
                  </a:lnTo>
                  <a:lnTo>
                    <a:pt x="93659" y="2214287"/>
                  </a:lnTo>
                  <a:lnTo>
                    <a:pt x="79072" y="2170870"/>
                  </a:lnTo>
                  <a:lnTo>
                    <a:pt x="65657" y="2126929"/>
                  </a:lnTo>
                  <a:lnTo>
                    <a:pt x="53432" y="2082483"/>
                  </a:lnTo>
                  <a:lnTo>
                    <a:pt x="42415" y="2037548"/>
                  </a:lnTo>
                  <a:lnTo>
                    <a:pt x="32625" y="1992145"/>
                  </a:lnTo>
                  <a:lnTo>
                    <a:pt x="24080" y="1946292"/>
                  </a:lnTo>
                  <a:lnTo>
                    <a:pt x="16799" y="1900006"/>
                  </a:lnTo>
                  <a:lnTo>
                    <a:pt x="10800" y="1853307"/>
                  </a:lnTo>
                  <a:lnTo>
                    <a:pt x="6103" y="1806213"/>
                  </a:lnTo>
                  <a:lnTo>
                    <a:pt x="2724" y="1758742"/>
                  </a:lnTo>
                  <a:lnTo>
                    <a:pt x="684" y="1710913"/>
                  </a:lnTo>
                  <a:lnTo>
                    <a:pt x="0" y="1662745"/>
                  </a:lnTo>
                  <a:lnTo>
                    <a:pt x="684" y="1614576"/>
                  </a:lnTo>
                  <a:lnTo>
                    <a:pt x="2724" y="1566747"/>
                  </a:lnTo>
                  <a:lnTo>
                    <a:pt x="6103" y="1519277"/>
                  </a:lnTo>
                  <a:lnTo>
                    <a:pt x="10800" y="1472182"/>
                  </a:lnTo>
                  <a:lnTo>
                    <a:pt x="16799" y="1425483"/>
                  </a:lnTo>
                  <a:lnTo>
                    <a:pt x="24080" y="1379197"/>
                  </a:lnTo>
                  <a:lnTo>
                    <a:pt x="32625" y="1333344"/>
                  </a:lnTo>
                  <a:lnTo>
                    <a:pt x="42415" y="1287941"/>
                  </a:lnTo>
                  <a:lnTo>
                    <a:pt x="53432" y="1243006"/>
                  </a:lnTo>
                  <a:lnTo>
                    <a:pt x="65657" y="1198560"/>
                  </a:lnTo>
                  <a:lnTo>
                    <a:pt x="79072" y="1154619"/>
                  </a:lnTo>
                  <a:lnTo>
                    <a:pt x="93659" y="1111203"/>
                  </a:lnTo>
                  <a:lnTo>
                    <a:pt x="109399" y="1068329"/>
                  </a:lnTo>
                  <a:lnTo>
                    <a:pt x="126273" y="1026017"/>
                  </a:lnTo>
                  <a:lnTo>
                    <a:pt x="144263" y="984285"/>
                  </a:lnTo>
                  <a:lnTo>
                    <a:pt x="163350" y="943151"/>
                  </a:lnTo>
                  <a:lnTo>
                    <a:pt x="183517" y="902634"/>
                  </a:lnTo>
                  <a:lnTo>
                    <a:pt x="204744" y="862753"/>
                  </a:lnTo>
                  <a:lnTo>
                    <a:pt x="227013" y="823525"/>
                  </a:lnTo>
                  <a:lnTo>
                    <a:pt x="250306" y="784970"/>
                  </a:lnTo>
                  <a:lnTo>
                    <a:pt x="274603" y="747105"/>
                  </a:lnTo>
                  <a:lnTo>
                    <a:pt x="299887" y="709950"/>
                  </a:lnTo>
                  <a:lnTo>
                    <a:pt x="326140" y="673522"/>
                  </a:lnTo>
                  <a:lnTo>
                    <a:pt x="353342" y="637841"/>
                  </a:lnTo>
                  <a:lnTo>
                    <a:pt x="381475" y="602925"/>
                  </a:lnTo>
                  <a:lnTo>
                    <a:pt x="410521" y="568791"/>
                  </a:lnTo>
                  <a:lnTo>
                    <a:pt x="440460" y="535460"/>
                  </a:lnTo>
                  <a:lnTo>
                    <a:pt x="471276" y="502949"/>
                  </a:lnTo>
                  <a:lnTo>
                    <a:pt x="502949" y="471276"/>
                  </a:lnTo>
                  <a:lnTo>
                    <a:pt x="535460" y="440460"/>
                  </a:lnTo>
                  <a:lnTo>
                    <a:pt x="568791" y="410521"/>
                  </a:lnTo>
                  <a:lnTo>
                    <a:pt x="602925" y="381475"/>
                  </a:lnTo>
                  <a:lnTo>
                    <a:pt x="637841" y="353342"/>
                  </a:lnTo>
                  <a:lnTo>
                    <a:pt x="673522" y="326140"/>
                  </a:lnTo>
                  <a:lnTo>
                    <a:pt x="709950" y="299887"/>
                  </a:lnTo>
                  <a:lnTo>
                    <a:pt x="747105" y="274603"/>
                  </a:lnTo>
                  <a:lnTo>
                    <a:pt x="784970" y="250306"/>
                  </a:lnTo>
                  <a:lnTo>
                    <a:pt x="823525" y="227013"/>
                  </a:lnTo>
                  <a:lnTo>
                    <a:pt x="862753" y="204744"/>
                  </a:lnTo>
                  <a:lnTo>
                    <a:pt x="902634" y="183517"/>
                  </a:lnTo>
                  <a:lnTo>
                    <a:pt x="943151" y="163350"/>
                  </a:lnTo>
                  <a:lnTo>
                    <a:pt x="984285" y="144263"/>
                  </a:lnTo>
                  <a:lnTo>
                    <a:pt x="1026017" y="126273"/>
                  </a:lnTo>
                  <a:lnTo>
                    <a:pt x="1068329" y="109399"/>
                  </a:lnTo>
                  <a:lnTo>
                    <a:pt x="1111203" y="93659"/>
                  </a:lnTo>
                  <a:lnTo>
                    <a:pt x="1154619" y="79072"/>
                  </a:lnTo>
                  <a:lnTo>
                    <a:pt x="1198560" y="65657"/>
                  </a:lnTo>
                  <a:lnTo>
                    <a:pt x="1243006" y="53432"/>
                  </a:lnTo>
                  <a:lnTo>
                    <a:pt x="1287941" y="42415"/>
                  </a:lnTo>
                  <a:lnTo>
                    <a:pt x="1333344" y="32625"/>
                  </a:lnTo>
                  <a:lnTo>
                    <a:pt x="1379197" y="24080"/>
                  </a:lnTo>
                  <a:lnTo>
                    <a:pt x="1425483" y="16799"/>
                  </a:lnTo>
                  <a:lnTo>
                    <a:pt x="1472182" y="10800"/>
                  </a:lnTo>
                  <a:lnTo>
                    <a:pt x="1519277" y="6103"/>
                  </a:lnTo>
                  <a:lnTo>
                    <a:pt x="1566747" y="2724"/>
                  </a:lnTo>
                  <a:lnTo>
                    <a:pt x="1614576" y="684"/>
                  </a:lnTo>
                  <a:lnTo>
                    <a:pt x="1662745" y="0"/>
                  </a:lnTo>
                  <a:lnTo>
                    <a:pt x="1715873" y="832"/>
                  </a:lnTo>
                  <a:lnTo>
                    <a:pt x="1768585" y="3314"/>
                  </a:lnTo>
                  <a:lnTo>
                    <a:pt x="1820856" y="7419"/>
                  </a:lnTo>
                  <a:lnTo>
                    <a:pt x="1872663" y="13124"/>
                  </a:lnTo>
                  <a:lnTo>
                    <a:pt x="1923979" y="20402"/>
                  </a:lnTo>
                  <a:lnTo>
                    <a:pt x="1974780" y="29231"/>
                  </a:lnTo>
                  <a:lnTo>
                    <a:pt x="2025041" y="39584"/>
                  </a:lnTo>
                  <a:lnTo>
                    <a:pt x="2074738" y="51437"/>
                  </a:lnTo>
                  <a:lnTo>
                    <a:pt x="2123844" y="64764"/>
                  </a:lnTo>
                  <a:lnTo>
                    <a:pt x="2172337" y="79542"/>
                  </a:lnTo>
                  <a:lnTo>
                    <a:pt x="2220190" y="95746"/>
                  </a:lnTo>
                  <a:lnTo>
                    <a:pt x="2267379" y="113350"/>
                  </a:lnTo>
                  <a:close/>
                </a:path>
              </a:pathLst>
            </a:custGeom>
            <a:ln w="25193">
              <a:solidFill>
                <a:srgbClr val="4D87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065336" y="11671966"/>
              <a:ext cx="636905" cy="2607945"/>
            </a:xfrm>
            <a:custGeom>
              <a:avLst/>
              <a:gdLst/>
              <a:ahLst/>
              <a:cxnLst/>
              <a:rect l="l" t="t" r="r" b="b"/>
              <a:pathLst>
                <a:path w="636904" h="2607944">
                  <a:moveTo>
                    <a:pt x="393" y="0"/>
                  </a:moveTo>
                  <a:lnTo>
                    <a:pt x="364" y="72897"/>
                  </a:lnTo>
                  <a:lnTo>
                    <a:pt x="291" y="142666"/>
                  </a:lnTo>
                  <a:lnTo>
                    <a:pt x="196" y="209479"/>
                  </a:lnTo>
                  <a:lnTo>
                    <a:pt x="101" y="273508"/>
                  </a:lnTo>
                  <a:lnTo>
                    <a:pt x="29" y="334925"/>
                  </a:lnTo>
                  <a:lnTo>
                    <a:pt x="0" y="393902"/>
                  </a:lnTo>
                  <a:lnTo>
                    <a:pt x="36" y="450611"/>
                  </a:lnTo>
                  <a:lnTo>
                    <a:pt x="160" y="505224"/>
                  </a:lnTo>
                  <a:lnTo>
                    <a:pt x="394" y="557914"/>
                  </a:lnTo>
                  <a:lnTo>
                    <a:pt x="759" y="608852"/>
                  </a:lnTo>
                  <a:lnTo>
                    <a:pt x="1277" y="658211"/>
                  </a:lnTo>
                  <a:lnTo>
                    <a:pt x="1970" y="706162"/>
                  </a:lnTo>
                  <a:lnTo>
                    <a:pt x="2860" y="752879"/>
                  </a:lnTo>
                  <a:lnTo>
                    <a:pt x="3969" y="798532"/>
                  </a:lnTo>
                  <a:lnTo>
                    <a:pt x="5319" y="843295"/>
                  </a:lnTo>
                  <a:lnTo>
                    <a:pt x="6931" y="887338"/>
                  </a:lnTo>
                  <a:lnTo>
                    <a:pt x="8828" y="930835"/>
                  </a:lnTo>
                  <a:lnTo>
                    <a:pt x="11031" y="973957"/>
                  </a:lnTo>
                  <a:lnTo>
                    <a:pt x="13562" y="1016877"/>
                  </a:lnTo>
                  <a:lnTo>
                    <a:pt x="16443" y="1059766"/>
                  </a:lnTo>
                  <a:lnTo>
                    <a:pt x="19696" y="1102797"/>
                  </a:lnTo>
                  <a:lnTo>
                    <a:pt x="23344" y="1146142"/>
                  </a:lnTo>
                  <a:lnTo>
                    <a:pt x="27406" y="1189973"/>
                  </a:lnTo>
                  <a:lnTo>
                    <a:pt x="31907" y="1234462"/>
                  </a:lnTo>
                  <a:lnTo>
                    <a:pt x="36447" y="1275303"/>
                  </a:lnTo>
                  <a:lnTo>
                    <a:pt x="41619" y="1317305"/>
                  </a:lnTo>
                  <a:lnTo>
                    <a:pt x="47460" y="1360374"/>
                  </a:lnTo>
                  <a:lnTo>
                    <a:pt x="54008" y="1404411"/>
                  </a:lnTo>
                  <a:lnTo>
                    <a:pt x="61301" y="1449321"/>
                  </a:lnTo>
                  <a:lnTo>
                    <a:pt x="69377" y="1495008"/>
                  </a:lnTo>
                  <a:lnTo>
                    <a:pt x="78273" y="1541374"/>
                  </a:lnTo>
                  <a:lnTo>
                    <a:pt x="88029" y="1588324"/>
                  </a:lnTo>
                  <a:lnTo>
                    <a:pt x="98681" y="1635761"/>
                  </a:lnTo>
                  <a:lnTo>
                    <a:pt x="110267" y="1683588"/>
                  </a:lnTo>
                  <a:lnTo>
                    <a:pt x="122826" y="1731710"/>
                  </a:lnTo>
                  <a:lnTo>
                    <a:pt x="136395" y="1780030"/>
                  </a:lnTo>
                  <a:lnTo>
                    <a:pt x="151012" y="1828452"/>
                  </a:lnTo>
                  <a:lnTo>
                    <a:pt x="166714" y="1876878"/>
                  </a:lnTo>
                  <a:lnTo>
                    <a:pt x="183541" y="1925213"/>
                  </a:lnTo>
                  <a:lnTo>
                    <a:pt x="201530" y="1973360"/>
                  </a:lnTo>
                  <a:lnTo>
                    <a:pt x="220717" y="2021224"/>
                  </a:lnTo>
                  <a:lnTo>
                    <a:pt x="241143" y="2068706"/>
                  </a:lnTo>
                  <a:lnTo>
                    <a:pt x="262844" y="2115712"/>
                  </a:lnTo>
                  <a:lnTo>
                    <a:pt x="285858" y="2162144"/>
                  </a:lnTo>
                  <a:lnTo>
                    <a:pt x="310223" y="2207907"/>
                  </a:lnTo>
                  <a:lnTo>
                    <a:pt x="335977" y="2252903"/>
                  </a:lnTo>
                  <a:lnTo>
                    <a:pt x="363158" y="2297037"/>
                  </a:lnTo>
                  <a:lnTo>
                    <a:pt x="391804" y="2340212"/>
                  </a:lnTo>
                  <a:lnTo>
                    <a:pt x="421952" y="2382331"/>
                  </a:lnTo>
                  <a:lnTo>
                    <a:pt x="453641" y="2423299"/>
                  </a:lnTo>
                  <a:lnTo>
                    <a:pt x="486908" y="2463018"/>
                  </a:lnTo>
                  <a:lnTo>
                    <a:pt x="521792" y="2501393"/>
                  </a:lnTo>
                  <a:lnTo>
                    <a:pt x="558329" y="2538327"/>
                  </a:lnTo>
                  <a:lnTo>
                    <a:pt x="596559" y="2573723"/>
                  </a:lnTo>
                  <a:lnTo>
                    <a:pt x="636519" y="2607486"/>
                  </a:lnTo>
                </a:path>
              </a:pathLst>
            </a:custGeom>
            <a:ln w="25193">
              <a:solidFill>
                <a:srgbClr val="4D87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494451" y="11671966"/>
              <a:ext cx="636905" cy="2607945"/>
            </a:xfrm>
            <a:custGeom>
              <a:avLst/>
              <a:gdLst/>
              <a:ahLst/>
              <a:cxnLst/>
              <a:rect l="l" t="t" r="r" b="b"/>
              <a:pathLst>
                <a:path w="636904" h="2607944">
                  <a:moveTo>
                    <a:pt x="636125" y="0"/>
                  </a:moveTo>
                  <a:lnTo>
                    <a:pt x="636154" y="72897"/>
                  </a:lnTo>
                  <a:lnTo>
                    <a:pt x="636227" y="142666"/>
                  </a:lnTo>
                  <a:lnTo>
                    <a:pt x="636322" y="209479"/>
                  </a:lnTo>
                  <a:lnTo>
                    <a:pt x="636416" y="273508"/>
                  </a:lnTo>
                  <a:lnTo>
                    <a:pt x="636489" y="334925"/>
                  </a:lnTo>
                  <a:lnTo>
                    <a:pt x="636518" y="393902"/>
                  </a:lnTo>
                  <a:lnTo>
                    <a:pt x="636481" y="450611"/>
                  </a:lnTo>
                  <a:lnTo>
                    <a:pt x="636357" y="505224"/>
                  </a:lnTo>
                  <a:lnTo>
                    <a:pt x="636124" y="557914"/>
                  </a:lnTo>
                  <a:lnTo>
                    <a:pt x="635759" y="608852"/>
                  </a:lnTo>
                  <a:lnTo>
                    <a:pt x="635241" y="658211"/>
                  </a:lnTo>
                  <a:lnTo>
                    <a:pt x="634547" y="706162"/>
                  </a:lnTo>
                  <a:lnTo>
                    <a:pt x="633657" y="752879"/>
                  </a:lnTo>
                  <a:lnTo>
                    <a:pt x="632548" y="798532"/>
                  </a:lnTo>
                  <a:lnTo>
                    <a:pt x="631199" y="843295"/>
                  </a:lnTo>
                  <a:lnTo>
                    <a:pt x="629587" y="887338"/>
                  </a:lnTo>
                  <a:lnTo>
                    <a:pt x="627690" y="930835"/>
                  </a:lnTo>
                  <a:lnTo>
                    <a:pt x="625487" y="973957"/>
                  </a:lnTo>
                  <a:lnTo>
                    <a:pt x="622956" y="1016877"/>
                  </a:lnTo>
                  <a:lnTo>
                    <a:pt x="620074" y="1059766"/>
                  </a:lnTo>
                  <a:lnTo>
                    <a:pt x="616821" y="1102797"/>
                  </a:lnTo>
                  <a:lnTo>
                    <a:pt x="613174" y="1146142"/>
                  </a:lnTo>
                  <a:lnTo>
                    <a:pt x="609111" y="1189973"/>
                  </a:lnTo>
                  <a:lnTo>
                    <a:pt x="604610" y="1234462"/>
                  </a:lnTo>
                  <a:lnTo>
                    <a:pt x="600070" y="1275303"/>
                  </a:lnTo>
                  <a:lnTo>
                    <a:pt x="594898" y="1317305"/>
                  </a:lnTo>
                  <a:lnTo>
                    <a:pt x="589058" y="1360374"/>
                  </a:lnTo>
                  <a:lnTo>
                    <a:pt x="582510" y="1404411"/>
                  </a:lnTo>
                  <a:lnTo>
                    <a:pt x="575217" y="1449321"/>
                  </a:lnTo>
                  <a:lnTo>
                    <a:pt x="567141" y="1495008"/>
                  </a:lnTo>
                  <a:lnTo>
                    <a:pt x="558244" y="1541374"/>
                  </a:lnTo>
                  <a:lnTo>
                    <a:pt x="548489" y="1588324"/>
                  </a:lnTo>
                  <a:lnTo>
                    <a:pt x="537837" y="1635761"/>
                  </a:lnTo>
                  <a:lnTo>
                    <a:pt x="526251" y="1683588"/>
                  </a:lnTo>
                  <a:lnTo>
                    <a:pt x="513692" y="1731710"/>
                  </a:lnTo>
                  <a:lnTo>
                    <a:pt x="500123" y="1780030"/>
                  </a:lnTo>
                  <a:lnTo>
                    <a:pt x="485506" y="1828452"/>
                  </a:lnTo>
                  <a:lnTo>
                    <a:pt x="469804" y="1876878"/>
                  </a:lnTo>
                  <a:lnTo>
                    <a:pt x="452977" y="1925213"/>
                  </a:lnTo>
                  <a:lnTo>
                    <a:pt x="434989" y="1973360"/>
                  </a:lnTo>
                  <a:lnTo>
                    <a:pt x="415801" y="2021224"/>
                  </a:lnTo>
                  <a:lnTo>
                    <a:pt x="395375" y="2068706"/>
                  </a:lnTo>
                  <a:lnTo>
                    <a:pt x="373674" y="2115712"/>
                  </a:lnTo>
                  <a:lnTo>
                    <a:pt x="350660" y="2162144"/>
                  </a:lnTo>
                  <a:lnTo>
                    <a:pt x="326295" y="2207907"/>
                  </a:lnTo>
                  <a:lnTo>
                    <a:pt x="300541" y="2252903"/>
                  </a:lnTo>
                  <a:lnTo>
                    <a:pt x="273360" y="2297037"/>
                  </a:lnTo>
                  <a:lnTo>
                    <a:pt x="244715" y="2340212"/>
                  </a:lnTo>
                  <a:lnTo>
                    <a:pt x="214566" y="2382331"/>
                  </a:lnTo>
                  <a:lnTo>
                    <a:pt x="182877" y="2423299"/>
                  </a:lnTo>
                  <a:lnTo>
                    <a:pt x="149610" y="2463018"/>
                  </a:lnTo>
                  <a:lnTo>
                    <a:pt x="114727" y="2501393"/>
                  </a:lnTo>
                  <a:lnTo>
                    <a:pt x="78189" y="2538327"/>
                  </a:lnTo>
                  <a:lnTo>
                    <a:pt x="39959" y="2573723"/>
                  </a:lnTo>
                  <a:lnTo>
                    <a:pt x="0" y="2607486"/>
                  </a:lnTo>
                </a:path>
              </a:pathLst>
            </a:custGeom>
            <a:ln w="25193">
              <a:solidFill>
                <a:srgbClr val="3BC5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152620" y="14405862"/>
              <a:ext cx="562610" cy="566420"/>
            </a:xfrm>
            <a:custGeom>
              <a:avLst/>
              <a:gdLst/>
              <a:ahLst/>
              <a:cxnLst/>
              <a:rect l="l" t="t" r="r" b="b"/>
              <a:pathLst>
                <a:path w="562610" h="566419">
                  <a:moveTo>
                    <a:pt x="289947" y="566400"/>
                  </a:moveTo>
                  <a:lnTo>
                    <a:pt x="240453" y="563352"/>
                  </a:lnTo>
                  <a:lnTo>
                    <a:pt x="193488" y="552123"/>
                  </a:lnTo>
                  <a:lnTo>
                    <a:pt x="149821" y="533410"/>
                  </a:lnTo>
                  <a:lnTo>
                    <a:pt x="110218" y="507911"/>
                  </a:lnTo>
                  <a:lnTo>
                    <a:pt x="75447" y="476322"/>
                  </a:lnTo>
                  <a:lnTo>
                    <a:pt x="46276" y="439341"/>
                  </a:lnTo>
                  <a:lnTo>
                    <a:pt x="23470" y="397664"/>
                  </a:lnTo>
                  <a:lnTo>
                    <a:pt x="7799" y="351990"/>
                  </a:lnTo>
                  <a:lnTo>
                    <a:pt x="29" y="303014"/>
                  </a:lnTo>
                  <a:lnTo>
                    <a:pt x="829" y="253433"/>
                  </a:lnTo>
                  <a:lnTo>
                    <a:pt x="9917" y="206008"/>
                  </a:lnTo>
                  <a:lnTo>
                    <a:pt x="26630" y="161537"/>
                  </a:lnTo>
                  <a:lnTo>
                    <a:pt x="50307" y="120818"/>
                  </a:lnTo>
                  <a:lnTo>
                    <a:pt x="80286" y="84650"/>
                  </a:lnTo>
                  <a:lnTo>
                    <a:pt x="115906" y="53831"/>
                  </a:lnTo>
                  <a:lnTo>
                    <a:pt x="156505" y="29159"/>
                  </a:lnTo>
                  <a:lnTo>
                    <a:pt x="201421" y="11432"/>
                  </a:lnTo>
                  <a:lnTo>
                    <a:pt x="249994" y="1449"/>
                  </a:lnTo>
                  <a:lnTo>
                    <a:pt x="299561" y="0"/>
                  </a:lnTo>
                  <a:lnTo>
                    <a:pt x="347350" y="6927"/>
                  </a:lnTo>
                  <a:lnTo>
                    <a:pt x="392533" y="21605"/>
                  </a:lnTo>
                  <a:lnTo>
                    <a:pt x="434283" y="43411"/>
                  </a:lnTo>
                  <a:lnTo>
                    <a:pt x="471774" y="71719"/>
                  </a:lnTo>
                  <a:lnTo>
                    <a:pt x="504177" y="105904"/>
                  </a:lnTo>
                  <a:lnTo>
                    <a:pt x="530665" y="145343"/>
                  </a:lnTo>
                  <a:lnTo>
                    <a:pt x="550411" y="189409"/>
                  </a:lnTo>
                  <a:lnTo>
                    <a:pt x="562587" y="237479"/>
                  </a:lnTo>
                </a:path>
                <a:path w="562610" h="566419">
                  <a:moveTo>
                    <a:pt x="214519" y="558011"/>
                  </a:moveTo>
                  <a:lnTo>
                    <a:pt x="180898" y="487626"/>
                  </a:lnTo>
                  <a:lnTo>
                    <a:pt x="168154" y="443127"/>
                  </a:lnTo>
                  <a:lnTo>
                    <a:pt x="158603" y="393588"/>
                  </a:lnTo>
                  <a:lnTo>
                    <a:pt x="152607" y="339880"/>
                  </a:lnTo>
                  <a:lnTo>
                    <a:pt x="150528" y="282877"/>
                  </a:lnTo>
                  <a:lnTo>
                    <a:pt x="152607" y="225876"/>
                  </a:lnTo>
                  <a:lnTo>
                    <a:pt x="158603" y="172172"/>
                  </a:lnTo>
                  <a:lnTo>
                    <a:pt x="168154" y="122636"/>
                  </a:lnTo>
                  <a:lnTo>
                    <a:pt x="180898" y="78139"/>
                  </a:lnTo>
                  <a:lnTo>
                    <a:pt x="196474" y="39551"/>
                  </a:lnTo>
                  <a:lnTo>
                    <a:pt x="214519" y="7743"/>
                  </a:lnTo>
                </a:path>
                <a:path w="562610" h="566419">
                  <a:moveTo>
                    <a:pt x="0" y="264083"/>
                  </a:moveTo>
                  <a:lnTo>
                    <a:pt x="312973" y="264083"/>
                  </a:lnTo>
                </a:path>
                <a:path w="562610" h="566419">
                  <a:moveTo>
                    <a:pt x="56054" y="112924"/>
                  </a:moveTo>
                  <a:lnTo>
                    <a:pt x="509530" y="112924"/>
                  </a:lnTo>
                </a:path>
                <a:path w="562610" h="566419">
                  <a:moveTo>
                    <a:pt x="32121" y="415241"/>
                  </a:moveTo>
                  <a:lnTo>
                    <a:pt x="289997" y="415241"/>
                  </a:lnTo>
                </a:path>
                <a:path w="562610" h="566419">
                  <a:moveTo>
                    <a:pt x="351116" y="7743"/>
                  </a:moveTo>
                  <a:lnTo>
                    <a:pt x="373286" y="50517"/>
                  </a:lnTo>
                  <a:lnTo>
                    <a:pt x="390455" y="95292"/>
                  </a:lnTo>
                  <a:lnTo>
                    <a:pt x="402510" y="141631"/>
                  </a:lnTo>
                  <a:lnTo>
                    <a:pt x="409338" y="189097"/>
                  </a:lnTo>
                  <a:lnTo>
                    <a:pt x="410823" y="237252"/>
                  </a:lnTo>
                </a:path>
              </a:pathLst>
            </a:custGeom>
            <a:ln w="25193">
              <a:solidFill>
                <a:srgbClr val="4D87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2097" y="14682189"/>
              <a:ext cx="251931" cy="31541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1182" y="14564138"/>
              <a:ext cx="226737" cy="267043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06806" y="14395340"/>
              <a:ext cx="154181" cy="18643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06806" y="14604613"/>
              <a:ext cx="154181" cy="390323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8745681" y="14486036"/>
              <a:ext cx="113664" cy="418465"/>
            </a:xfrm>
            <a:custGeom>
              <a:avLst/>
              <a:gdLst/>
              <a:ahLst/>
              <a:cxnLst/>
              <a:rect l="l" t="t" r="r" b="b"/>
              <a:pathLst>
                <a:path w="113665" h="418465">
                  <a:moveTo>
                    <a:pt x="113368" y="0"/>
                  </a:moveTo>
                  <a:lnTo>
                    <a:pt x="62982" y="0"/>
                  </a:lnTo>
                  <a:lnTo>
                    <a:pt x="62982" y="418205"/>
                  </a:lnTo>
                  <a:lnTo>
                    <a:pt x="113368" y="418205"/>
                  </a:lnTo>
                </a:path>
                <a:path w="113665" h="418465">
                  <a:moveTo>
                    <a:pt x="113368" y="209102"/>
                  </a:moveTo>
                  <a:lnTo>
                    <a:pt x="0" y="209102"/>
                  </a:lnTo>
                </a:path>
              </a:pathLst>
            </a:custGeom>
            <a:ln w="25193">
              <a:solidFill>
                <a:srgbClr val="3BC5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1182" y="14685845"/>
              <a:ext cx="226738" cy="63932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0429946" y="16924677"/>
              <a:ext cx="1355725" cy="151765"/>
            </a:xfrm>
            <a:custGeom>
              <a:avLst/>
              <a:gdLst/>
              <a:ahLst/>
              <a:cxnLst/>
              <a:rect l="l" t="t" r="r" b="b"/>
              <a:pathLst>
                <a:path w="1355725" h="151765">
                  <a:moveTo>
                    <a:pt x="737465" y="43800"/>
                  </a:moveTo>
                  <a:lnTo>
                    <a:pt x="737464" y="3044"/>
                  </a:lnTo>
                  <a:lnTo>
                    <a:pt x="738296" y="1594"/>
                  </a:lnTo>
                  <a:lnTo>
                    <a:pt x="741025" y="0"/>
                  </a:lnTo>
                  <a:lnTo>
                    <a:pt x="742675" y="0"/>
                  </a:lnTo>
                  <a:lnTo>
                    <a:pt x="778731" y="20269"/>
                  </a:lnTo>
                  <a:lnTo>
                    <a:pt x="737465" y="43800"/>
                  </a:lnTo>
                  <a:close/>
                </a:path>
                <a:path w="1355725" h="151765">
                  <a:moveTo>
                    <a:pt x="737465" y="88580"/>
                  </a:moveTo>
                  <a:lnTo>
                    <a:pt x="737465" y="57782"/>
                  </a:lnTo>
                  <a:lnTo>
                    <a:pt x="791000" y="27286"/>
                  </a:lnTo>
                  <a:lnTo>
                    <a:pt x="817969" y="42679"/>
                  </a:lnTo>
                  <a:lnTo>
                    <a:pt x="737465" y="88580"/>
                  </a:lnTo>
                  <a:close/>
                </a:path>
                <a:path w="1355725" h="151765">
                  <a:moveTo>
                    <a:pt x="742870" y="129746"/>
                  </a:moveTo>
                  <a:lnTo>
                    <a:pt x="740873" y="129746"/>
                  </a:lnTo>
                  <a:lnTo>
                    <a:pt x="738307" y="128250"/>
                  </a:lnTo>
                  <a:lnTo>
                    <a:pt x="737474" y="126795"/>
                  </a:lnTo>
                  <a:lnTo>
                    <a:pt x="737477" y="102777"/>
                  </a:lnTo>
                  <a:lnTo>
                    <a:pt x="830251" y="49884"/>
                  </a:lnTo>
                  <a:lnTo>
                    <a:pt x="851686" y="62004"/>
                  </a:lnTo>
                  <a:lnTo>
                    <a:pt x="852540" y="63469"/>
                  </a:lnTo>
                  <a:lnTo>
                    <a:pt x="852540" y="66644"/>
                  </a:lnTo>
                  <a:lnTo>
                    <a:pt x="851686" y="68109"/>
                  </a:lnTo>
                  <a:lnTo>
                    <a:pt x="742870" y="129746"/>
                  </a:lnTo>
                  <a:close/>
                </a:path>
                <a:path w="1355725" h="151765">
                  <a:moveTo>
                    <a:pt x="776579" y="151659"/>
                  </a:moveTo>
                  <a:lnTo>
                    <a:pt x="773549" y="150844"/>
                  </a:lnTo>
                  <a:lnTo>
                    <a:pt x="772365" y="149663"/>
                  </a:lnTo>
                  <a:lnTo>
                    <a:pt x="766966" y="129746"/>
                  </a:lnTo>
                  <a:lnTo>
                    <a:pt x="844850" y="85368"/>
                  </a:lnTo>
                  <a:lnTo>
                    <a:pt x="778196" y="151231"/>
                  </a:lnTo>
                  <a:lnTo>
                    <a:pt x="776579" y="151659"/>
                  </a:lnTo>
                  <a:close/>
                </a:path>
                <a:path w="1355725" h="151765">
                  <a:moveTo>
                    <a:pt x="526170" y="28974"/>
                  </a:moveTo>
                  <a:lnTo>
                    <a:pt x="515161" y="28974"/>
                  </a:lnTo>
                  <a:lnTo>
                    <a:pt x="510689" y="24565"/>
                  </a:lnTo>
                  <a:lnTo>
                    <a:pt x="510689" y="13656"/>
                  </a:lnTo>
                  <a:lnTo>
                    <a:pt x="515161" y="9247"/>
                  </a:lnTo>
                  <a:lnTo>
                    <a:pt x="526170" y="9247"/>
                  </a:lnTo>
                  <a:lnTo>
                    <a:pt x="530642" y="13656"/>
                  </a:lnTo>
                  <a:lnTo>
                    <a:pt x="530642" y="24565"/>
                  </a:lnTo>
                  <a:lnTo>
                    <a:pt x="526170" y="28974"/>
                  </a:lnTo>
                  <a:close/>
                </a:path>
                <a:path w="1355725" h="151765">
                  <a:moveTo>
                    <a:pt x="1271521" y="28974"/>
                  </a:moveTo>
                  <a:lnTo>
                    <a:pt x="1260511" y="28974"/>
                  </a:lnTo>
                  <a:lnTo>
                    <a:pt x="1256040" y="24565"/>
                  </a:lnTo>
                  <a:lnTo>
                    <a:pt x="1256040" y="13656"/>
                  </a:lnTo>
                  <a:lnTo>
                    <a:pt x="1260511" y="9247"/>
                  </a:lnTo>
                  <a:lnTo>
                    <a:pt x="1271521" y="9247"/>
                  </a:lnTo>
                  <a:lnTo>
                    <a:pt x="1275993" y="13656"/>
                  </a:lnTo>
                  <a:lnTo>
                    <a:pt x="1275993" y="24565"/>
                  </a:lnTo>
                  <a:lnTo>
                    <a:pt x="1271521" y="28974"/>
                  </a:lnTo>
                  <a:close/>
                </a:path>
                <a:path w="1355725" h="151765">
                  <a:moveTo>
                    <a:pt x="124164" y="64697"/>
                  </a:moveTo>
                  <a:lnTo>
                    <a:pt x="110005" y="57076"/>
                  </a:lnTo>
                  <a:lnTo>
                    <a:pt x="126376" y="40052"/>
                  </a:lnTo>
                  <a:lnTo>
                    <a:pt x="147433" y="36968"/>
                  </a:lnTo>
                  <a:lnTo>
                    <a:pt x="165613" y="45242"/>
                  </a:lnTo>
                  <a:lnTo>
                    <a:pt x="168344" y="51257"/>
                  </a:lnTo>
                  <a:lnTo>
                    <a:pt x="134203" y="51257"/>
                  </a:lnTo>
                  <a:lnTo>
                    <a:pt x="128711" y="55729"/>
                  </a:lnTo>
                  <a:lnTo>
                    <a:pt x="124234" y="64559"/>
                  </a:lnTo>
                  <a:lnTo>
                    <a:pt x="124164" y="64697"/>
                  </a:lnTo>
                  <a:close/>
                </a:path>
                <a:path w="1355725" h="151765">
                  <a:moveTo>
                    <a:pt x="146472" y="116835"/>
                  </a:moveTo>
                  <a:lnTo>
                    <a:pt x="133662" y="116835"/>
                  </a:lnTo>
                  <a:lnTo>
                    <a:pt x="122825" y="115019"/>
                  </a:lnTo>
                  <a:lnTo>
                    <a:pt x="113877" y="109812"/>
                  </a:lnTo>
                  <a:lnTo>
                    <a:pt x="108194" y="101718"/>
                  </a:lnTo>
                  <a:lnTo>
                    <a:pt x="108092" y="101572"/>
                  </a:lnTo>
                  <a:lnTo>
                    <a:pt x="106743" y="90659"/>
                  </a:lnTo>
                  <a:lnTo>
                    <a:pt x="109776" y="81636"/>
                  </a:lnTo>
                  <a:lnTo>
                    <a:pt x="115656" y="75233"/>
                  </a:lnTo>
                  <a:lnTo>
                    <a:pt x="122900" y="71105"/>
                  </a:lnTo>
                  <a:lnTo>
                    <a:pt x="130021" y="68905"/>
                  </a:lnTo>
                  <a:lnTo>
                    <a:pt x="157356" y="64559"/>
                  </a:lnTo>
                  <a:lnTo>
                    <a:pt x="157356" y="57769"/>
                  </a:lnTo>
                  <a:lnTo>
                    <a:pt x="153703" y="52517"/>
                  </a:lnTo>
                  <a:lnTo>
                    <a:pt x="134203" y="51257"/>
                  </a:lnTo>
                  <a:lnTo>
                    <a:pt x="168344" y="51257"/>
                  </a:lnTo>
                  <a:lnTo>
                    <a:pt x="173353" y="62291"/>
                  </a:lnTo>
                  <a:lnTo>
                    <a:pt x="173353" y="79272"/>
                  </a:lnTo>
                  <a:lnTo>
                    <a:pt x="157356" y="79272"/>
                  </a:lnTo>
                  <a:lnTo>
                    <a:pt x="134480" y="83013"/>
                  </a:lnTo>
                  <a:lnTo>
                    <a:pt x="129294" y="84260"/>
                  </a:lnTo>
                  <a:lnTo>
                    <a:pt x="129093" y="84260"/>
                  </a:lnTo>
                  <a:lnTo>
                    <a:pt x="122451" y="87333"/>
                  </a:lnTo>
                  <a:lnTo>
                    <a:pt x="132249" y="101718"/>
                  </a:lnTo>
                  <a:lnTo>
                    <a:pt x="173353" y="101718"/>
                  </a:lnTo>
                  <a:lnTo>
                    <a:pt x="173353" y="109163"/>
                  </a:lnTo>
                  <a:lnTo>
                    <a:pt x="157356" y="109163"/>
                  </a:lnTo>
                  <a:lnTo>
                    <a:pt x="153879" y="111695"/>
                  </a:lnTo>
                  <a:lnTo>
                    <a:pt x="146472" y="116835"/>
                  </a:lnTo>
                  <a:close/>
                </a:path>
                <a:path w="1355725" h="151765">
                  <a:moveTo>
                    <a:pt x="173353" y="101718"/>
                  </a:moveTo>
                  <a:lnTo>
                    <a:pt x="140284" y="101718"/>
                  </a:lnTo>
                  <a:lnTo>
                    <a:pt x="147039" y="99300"/>
                  </a:lnTo>
                  <a:lnTo>
                    <a:pt x="156575" y="93279"/>
                  </a:lnTo>
                  <a:lnTo>
                    <a:pt x="157431" y="84260"/>
                  </a:lnTo>
                  <a:lnTo>
                    <a:pt x="157356" y="79272"/>
                  </a:lnTo>
                  <a:lnTo>
                    <a:pt x="173353" y="79272"/>
                  </a:lnTo>
                  <a:lnTo>
                    <a:pt x="173353" y="101718"/>
                  </a:lnTo>
                  <a:close/>
                </a:path>
                <a:path w="1355725" h="151765">
                  <a:moveTo>
                    <a:pt x="173353" y="115285"/>
                  </a:moveTo>
                  <a:lnTo>
                    <a:pt x="157356" y="115285"/>
                  </a:lnTo>
                  <a:lnTo>
                    <a:pt x="157356" y="109163"/>
                  </a:lnTo>
                  <a:lnTo>
                    <a:pt x="173353" y="109163"/>
                  </a:lnTo>
                  <a:lnTo>
                    <a:pt x="173353" y="115285"/>
                  </a:lnTo>
                  <a:close/>
                </a:path>
                <a:path w="1355725" h="151765">
                  <a:moveTo>
                    <a:pt x="1023457" y="64697"/>
                  </a:moveTo>
                  <a:lnTo>
                    <a:pt x="1009298" y="57076"/>
                  </a:lnTo>
                  <a:lnTo>
                    <a:pt x="1025669" y="40052"/>
                  </a:lnTo>
                  <a:lnTo>
                    <a:pt x="1046726" y="36968"/>
                  </a:lnTo>
                  <a:lnTo>
                    <a:pt x="1064906" y="45242"/>
                  </a:lnTo>
                  <a:lnTo>
                    <a:pt x="1067637" y="51257"/>
                  </a:lnTo>
                  <a:lnTo>
                    <a:pt x="1033496" y="51257"/>
                  </a:lnTo>
                  <a:lnTo>
                    <a:pt x="1028004" y="55729"/>
                  </a:lnTo>
                  <a:lnTo>
                    <a:pt x="1023527" y="64559"/>
                  </a:lnTo>
                  <a:lnTo>
                    <a:pt x="1023457" y="64697"/>
                  </a:lnTo>
                  <a:close/>
                </a:path>
                <a:path w="1355725" h="151765">
                  <a:moveTo>
                    <a:pt x="1045765" y="116835"/>
                  </a:moveTo>
                  <a:lnTo>
                    <a:pt x="1032955" y="116835"/>
                  </a:lnTo>
                  <a:lnTo>
                    <a:pt x="1022118" y="115019"/>
                  </a:lnTo>
                  <a:lnTo>
                    <a:pt x="1013170" y="109812"/>
                  </a:lnTo>
                  <a:lnTo>
                    <a:pt x="1007487" y="101718"/>
                  </a:lnTo>
                  <a:lnTo>
                    <a:pt x="1007385" y="101572"/>
                  </a:lnTo>
                  <a:lnTo>
                    <a:pt x="1006036" y="90659"/>
                  </a:lnTo>
                  <a:lnTo>
                    <a:pt x="1009069" y="81636"/>
                  </a:lnTo>
                  <a:lnTo>
                    <a:pt x="1014949" y="75233"/>
                  </a:lnTo>
                  <a:lnTo>
                    <a:pt x="1022193" y="71105"/>
                  </a:lnTo>
                  <a:lnTo>
                    <a:pt x="1029314" y="68905"/>
                  </a:lnTo>
                  <a:lnTo>
                    <a:pt x="1056649" y="64559"/>
                  </a:lnTo>
                  <a:lnTo>
                    <a:pt x="1056649" y="57769"/>
                  </a:lnTo>
                  <a:lnTo>
                    <a:pt x="1052996" y="52517"/>
                  </a:lnTo>
                  <a:lnTo>
                    <a:pt x="1033496" y="51257"/>
                  </a:lnTo>
                  <a:lnTo>
                    <a:pt x="1067637" y="51257"/>
                  </a:lnTo>
                  <a:lnTo>
                    <a:pt x="1072646" y="62291"/>
                  </a:lnTo>
                  <a:lnTo>
                    <a:pt x="1072646" y="79272"/>
                  </a:lnTo>
                  <a:lnTo>
                    <a:pt x="1056636" y="79272"/>
                  </a:lnTo>
                  <a:lnTo>
                    <a:pt x="1033761" y="83013"/>
                  </a:lnTo>
                  <a:lnTo>
                    <a:pt x="1028574" y="84260"/>
                  </a:lnTo>
                  <a:lnTo>
                    <a:pt x="1028373" y="84260"/>
                  </a:lnTo>
                  <a:lnTo>
                    <a:pt x="1021731" y="87333"/>
                  </a:lnTo>
                  <a:lnTo>
                    <a:pt x="1022256" y="93279"/>
                  </a:lnTo>
                  <a:lnTo>
                    <a:pt x="1022348" y="94325"/>
                  </a:lnTo>
                  <a:lnTo>
                    <a:pt x="1025297" y="99300"/>
                  </a:lnTo>
                  <a:lnTo>
                    <a:pt x="1025384" y="99445"/>
                  </a:lnTo>
                  <a:lnTo>
                    <a:pt x="1031529" y="101718"/>
                  </a:lnTo>
                  <a:lnTo>
                    <a:pt x="1072646" y="101718"/>
                  </a:lnTo>
                  <a:lnTo>
                    <a:pt x="1072646" y="109163"/>
                  </a:lnTo>
                  <a:lnTo>
                    <a:pt x="1056649" y="109163"/>
                  </a:lnTo>
                  <a:lnTo>
                    <a:pt x="1053172" y="111695"/>
                  </a:lnTo>
                  <a:lnTo>
                    <a:pt x="1045765" y="116835"/>
                  </a:lnTo>
                  <a:close/>
                </a:path>
                <a:path w="1355725" h="151765">
                  <a:moveTo>
                    <a:pt x="1072646" y="101718"/>
                  </a:moveTo>
                  <a:lnTo>
                    <a:pt x="1039565" y="101718"/>
                  </a:lnTo>
                  <a:lnTo>
                    <a:pt x="1046320" y="99300"/>
                  </a:lnTo>
                  <a:lnTo>
                    <a:pt x="1055868" y="93279"/>
                  </a:lnTo>
                  <a:lnTo>
                    <a:pt x="1056724" y="84260"/>
                  </a:lnTo>
                  <a:lnTo>
                    <a:pt x="1056649" y="79272"/>
                  </a:lnTo>
                  <a:lnTo>
                    <a:pt x="1072646" y="79272"/>
                  </a:lnTo>
                  <a:lnTo>
                    <a:pt x="1072646" y="101718"/>
                  </a:lnTo>
                  <a:close/>
                </a:path>
                <a:path w="1355725" h="151765">
                  <a:moveTo>
                    <a:pt x="1072646" y="115285"/>
                  </a:moveTo>
                  <a:lnTo>
                    <a:pt x="1056649" y="115285"/>
                  </a:lnTo>
                  <a:lnTo>
                    <a:pt x="1056649" y="109163"/>
                  </a:lnTo>
                  <a:lnTo>
                    <a:pt x="1072646" y="109163"/>
                  </a:lnTo>
                  <a:lnTo>
                    <a:pt x="1072646" y="115285"/>
                  </a:lnTo>
                  <a:close/>
                </a:path>
                <a:path w="1355725" h="151765">
                  <a:moveTo>
                    <a:pt x="1197881" y="115285"/>
                  </a:moveTo>
                  <a:lnTo>
                    <a:pt x="1182186" y="115285"/>
                  </a:lnTo>
                  <a:lnTo>
                    <a:pt x="1182186" y="8857"/>
                  </a:lnTo>
                  <a:lnTo>
                    <a:pt x="1197881" y="8857"/>
                  </a:lnTo>
                  <a:lnTo>
                    <a:pt x="1197881" y="70517"/>
                  </a:lnTo>
                  <a:lnTo>
                    <a:pt x="1220596" y="70517"/>
                  </a:lnTo>
                  <a:lnTo>
                    <a:pt x="1228691" y="81186"/>
                  </a:lnTo>
                  <a:lnTo>
                    <a:pt x="1208803" y="81186"/>
                  </a:lnTo>
                  <a:lnTo>
                    <a:pt x="1197881" y="91818"/>
                  </a:lnTo>
                  <a:lnTo>
                    <a:pt x="1197881" y="115285"/>
                  </a:lnTo>
                  <a:close/>
                </a:path>
                <a:path w="1355725" h="151765">
                  <a:moveTo>
                    <a:pt x="1220596" y="70517"/>
                  </a:moveTo>
                  <a:lnTo>
                    <a:pt x="1197881" y="70517"/>
                  </a:lnTo>
                  <a:lnTo>
                    <a:pt x="1231640" y="38282"/>
                  </a:lnTo>
                  <a:lnTo>
                    <a:pt x="1253533" y="38282"/>
                  </a:lnTo>
                  <a:lnTo>
                    <a:pt x="1220366" y="70215"/>
                  </a:lnTo>
                  <a:lnTo>
                    <a:pt x="1220596" y="70517"/>
                  </a:lnTo>
                  <a:close/>
                </a:path>
                <a:path w="1355725" h="151765">
                  <a:moveTo>
                    <a:pt x="1254566" y="115285"/>
                  </a:moveTo>
                  <a:lnTo>
                    <a:pt x="1234966" y="115285"/>
                  </a:lnTo>
                  <a:lnTo>
                    <a:pt x="1208803" y="81186"/>
                  </a:lnTo>
                  <a:lnTo>
                    <a:pt x="1228691" y="81186"/>
                  </a:lnTo>
                  <a:lnTo>
                    <a:pt x="1254566" y="115285"/>
                  </a:lnTo>
                  <a:close/>
                </a:path>
                <a:path w="1355725" h="151765">
                  <a:moveTo>
                    <a:pt x="1274128" y="115285"/>
                  </a:moveTo>
                  <a:lnTo>
                    <a:pt x="1258320" y="115285"/>
                  </a:lnTo>
                  <a:lnTo>
                    <a:pt x="1258320" y="38282"/>
                  </a:lnTo>
                  <a:lnTo>
                    <a:pt x="1274128" y="38282"/>
                  </a:lnTo>
                  <a:lnTo>
                    <a:pt x="1274128" y="115285"/>
                  </a:lnTo>
                  <a:close/>
                </a:path>
                <a:path w="1355725" h="151765">
                  <a:moveTo>
                    <a:pt x="528412" y="115285"/>
                  </a:moveTo>
                  <a:lnTo>
                    <a:pt x="512604" y="115285"/>
                  </a:lnTo>
                  <a:lnTo>
                    <a:pt x="512604" y="38282"/>
                  </a:lnTo>
                  <a:lnTo>
                    <a:pt x="528412" y="38282"/>
                  </a:lnTo>
                  <a:lnTo>
                    <a:pt x="528412" y="115285"/>
                  </a:lnTo>
                  <a:close/>
                </a:path>
                <a:path w="1355725" h="151765">
                  <a:moveTo>
                    <a:pt x="614560" y="115273"/>
                  </a:moveTo>
                  <a:lnTo>
                    <a:pt x="598751" y="115273"/>
                  </a:lnTo>
                  <a:lnTo>
                    <a:pt x="598751" y="8832"/>
                  </a:lnTo>
                  <a:lnTo>
                    <a:pt x="614560" y="8832"/>
                  </a:lnTo>
                  <a:lnTo>
                    <a:pt x="614560" y="42779"/>
                  </a:lnTo>
                  <a:lnTo>
                    <a:pt x="651225" y="42779"/>
                  </a:lnTo>
                  <a:lnTo>
                    <a:pt x="655505" y="45636"/>
                  </a:lnTo>
                  <a:lnTo>
                    <a:pt x="659674" y="52050"/>
                  </a:lnTo>
                  <a:lnTo>
                    <a:pt x="619271" y="52050"/>
                  </a:lnTo>
                  <a:lnTo>
                    <a:pt x="614560" y="61573"/>
                  </a:lnTo>
                  <a:lnTo>
                    <a:pt x="614560" y="115273"/>
                  </a:lnTo>
                  <a:close/>
                </a:path>
                <a:path w="1355725" h="151765">
                  <a:moveTo>
                    <a:pt x="651225" y="42779"/>
                  </a:moveTo>
                  <a:lnTo>
                    <a:pt x="614560" y="42779"/>
                  </a:lnTo>
                  <a:lnTo>
                    <a:pt x="619108" y="38421"/>
                  </a:lnTo>
                  <a:lnTo>
                    <a:pt x="627157" y="36670"/>
                  </a:lnTo>
                  <a:lnTo>
                    <a:pt x="633077" y="36670"/>
                  </a:lnTo>
                  <a:lnTo>
                    <a:pt x="645665" y="39069"/>
                  </a:lnTo>
                  <a:lnTo>
                    <a:pt x="651225" y="42779"/>
                  </a:lnTo>
                  <a:close/>
                </a:path>
                <a:path w="1355725" h="151765">
                  <a:moveTo>
                    <a:pt x="664027" y="115273"/>
                  </a:moveTo>
                  <a:lnTo>
                    <a:pt x="648029" y="115273"/>
                  </a:lnTo>
                  <a:lnTo>
                    <a:pt x="648029" y="63778"/>
                  </a:lnTo>
                  <a:lnTo>
                    <a:pt x="645334" y="52050"/>
                  </a:lnTo>
                  <a:lnTo>
                    <a:pt x="659674" y="52050"/>
                  </a:lnTo>
                  <a:lnTo>
                    <a:pt x="661869" y="55429"/>
                  </a:lnTo>
                  <a:lnTo>
                    <a:pt x="664027" y="67506"/>
                  </a:lnTo>
                  <a:lnTo>
                    <a:pt x="664027" y="115273"/>
                  </a:lnTo>
                  <a:close/>
                </a:path>
                <a:path w="1355725" h="151765">
                  <a:moveTo>
                    <a:pt x="568041" y="38333"/>
                  </a:moveTo>
                  <a:lnTo>
                    <a:pt x="549745" y="38333"/>
                  </a:lnTo>
                  <a:lnTo>
                    <a:pt x="552283" y="35795"/>
                  </a:lnTo>
                  <a:lnTo>
                    <a:pt x="552283" y="21894"/>
                  </a:lnTo>
                  <a:lnTo>
                    <a:pt x="568041" y="21894"/>
                  </a:lnTo>
                  <a:lnTo>
                    <a:pt x="568041" y="38333"/>
                  </a:lnTo>
                  <a:close/>
                </a:path>
                <a:path w="1355725" h="151765">
                  <a:moveTo>
                    <a:pt x="584530" y="53638"/>
                  </a:moveTo>
                  <a:lnTo>
                    <a:pt x="538792" y="53638"/>
                  </a:lnTo>
                  <a:lnTo>
                    <a:pt x="538792" y="38333"/>
                  </a:lnTo>
                  <a:lnTo>
                    <a:pt x="584530" y="38333"/>
                  </a:lnTo>
                  <a:lnTo>
                    <a:pt x="584530" y="53638"/>
                  </a:lnTo>
                  <a:close/>
                </a:path>
                <a:path w="1355725" h="151765">
                  <a:moveTo>
                    <a:pt x="580927" y="116028"/>
                  </a:moveTo>
                  <a:lnTo>
                    <a:pt x="574679" y="116028"/>
                  </a:lnTo>
                  <a:lnTo>
                    <a:pt x="563753" y="113815"/>
                  </a:lnTo>
                  <a:lnTo>
                    <a:pt x="556884" y="108248"/>
                  </a:lnTo>
                  <a:lnTo>
                    <a:pt x="553425" y="101164"/>
                  </a:lnTo>
                  <a:lnTo>
                    <a:pt x="553316" y="100941"/>
                  </a:lnTo>
                  <a:lnTo>
                    <a:pt x="552295" y="93506"/>
                  </a:lnTo>
                  <a:lnTo>
                    <a:pt x="552295" y="53638"/>
                  </a:lnTo>
                  <a:lnTo>
                    <a:pt x="568041" y="53638"/>
                  </a:lnTo>
                  <a:lnTo>
                    <a:pt x="568041" y="96491"/>
                  </a:lnTo>
                  <a:lnTo>
                    <a:pt x="569114" y="100283"/>
                  </a:lnTo>
                  <a:lnTo>
                    <a:pt x="569239" y="100724"/>
                  </a:lnTo>
                  <a:lnTo>
                    <a:pt x="569364" y="101164"/>
                  </a:lnTo>
                  <a:lnTo>
                    <a:pt x="585475" y="101164"/>
                  </a:lnTo>
                  <a:lnTo>
                    <a:pt x="585475" y="114605"/>
                  </a:lnTo>
                  <a:lnTo>
                    <a:pt x="580927" y="116028"/>
                  </a:lnTo>
                  <a:close/>
                </a:path>
                <a:path w="1355725" h="151765">
                  <a:moveTo>
                    <a:pt x="585475" y="101164"/>
                  </a:moveTo>
                  <a:lnTo>
                    <a:pt x="580801" y="101164"/>
                  </a:lnTo>
                  <a:lnTo>
                    <a:pt x="582892" y="100724"/>
                  </a:lnTo>
                  <a:lnTo>
                    <a:pt x="585475" y="100283"/>
                  </a:lnTo>
                  <a:lnTo>
                    <a:pt x="585475" y="101164"/>
                  </a:lnTo>
                  <a:close/>
                </a:path>
                <a:path w="1355725" h="151765">
                  <a:moveTo>
                    <a:pt x="433951" y="115247"/>
                  </a:moveTo>
                  <a:lnTo>
                    <a:pt x="419780" y="115247"/>
                  </a:lnTo>
                  <a:lnTo>
                    <a:pt x="392181" y="38333"/>
                  </a:lnTo>
                  <a:lnTo>
                    <a:pt x="409728" y="38333"/>
                  </a:lnTo>
                  <a:lnTo>
                    <a:pt x="426592" y="87837"/>
                  </a:lnTo>
                  <a:lnTo>
                    <a:pt x="426708" y="88177"/>
                  </a:lnTo>
                  <a:lnTo>
                    <a:pt x="442477" y="88177"/>
                  </a:lnTo>
                  <a:lnTo>
                    <a:pt x="433951" y="115247"/>
                  </a:lnTo>
                  <a:close/>
                </a:path>
                <a:path w="1355725" h="151765">
                  <a:moveTo>
                    <a:pt x="442477" y="88177"/>
                  </a:moveTo>
                  <a:lnTo>
                    <a:pt x="426708" y="88177"/>
                  </a:lnTo>
                  <a:lnTo>
                    <a:pt x="442353" y="38333"/>
                  </a:lnTo>
                  <a:lnTo>
                    <a:pt x="456511" y="38333"/>
                  </a:lnTo>
                  <a:lnTo>
                    <a:pt x="465320" y="65894"/>
                  </a:lnTo>
                  <a:lnTo>
                    <a:pt x="449495" y="65894"/>
                  </a:lnTo>
                  <a:lnTo>
                    <a:pt x="442584" y="87837"/>
                  </a:lnTo>
                  <a:lnTo>
                    <a:pt x="442477" y="88177"/>
                  </a:lnTo>
                  <a:close/>
                </a:path>
                <a:path w="1355725" h="151765">
                  <a:moveTo>
                    <a:pt x="489133" y="87837"/>
                  </a:moveTo>
                  <a:lnTo>
                    <a:pt x="472332" y="87837"/>
                  </a:lnTo>
                  <a:lnTo>
                    <a:pt x="489451" y="38333"/>
                  </a:lnTo>
                  <a:lnTo>
                    <a:pt x="506872" y="38333"/>
                  </a:lnTo>
                  <a:lnTo>
                    <a:pt x="489133" y="87837"/>
                  </a:lnTo>
                  <a:close/>
                </a:path>
                <a:path w="1355725" h="151765">
                  <a:moveTo>
                    <a:pt x="479311" y="115247"/>
                  </a:moveTo>
                  <a:lnTo>
                    <a:pt x="465089" y="115247"/>
                  </a:lnTo>
                  <a:lnTo>
                    <a:pt x="449495" y="65894"/>
                  </a:lnTo>
                  <a:lnTo>
                    <a:pt x="465320" y="65894"/>
                  </a:lnTo>
                  <a:lnTo>
                    <a:pt x="472332" y="87837"/>
                  </a:lnTo>
                  <a:lnTo>
                    <a:pt x="489133" y="87837"/>
                  </a:lnTo>
                  <a:lnTo>
                    <a:pt x="479311" y="115247"/>
                  </a:lnTo>
                  <a:close/>
                </a:path>
                <a:path w="1355725" h="151765">
                  <a:moveTo>
                    <a:pt x="320393" y="116822"/>
                  </a:moveTo>
                  <a:lnTo>
                    <a:pt x="303194" y="113437"/>
                  </a:lnTo>
                  <a:lnTo>
                    <a:pt x="290382" y="104512"/>
                  </a:lnTo>
                  <a:lnTo>
                    <a:pt x="282425" y="91888"/>
                  </a:lnTo>
                  <a:lnTo>
                    <a:pt x="279782" y="77395"/>
                  </a:lnTo>
                  <a:lnTo>
                    <a:pt x="282993" y="60016"/>
                  </a:lnTo>
                  <a:lnTo>
                    <a:pt x="291588" y="47269"/>
                  </a:lnTo>
                  <a:lnTo>
                    <a:pt x="304004" y="39421"/>
                  </a:lnTo>
                  <a:lnTo>
                    <a:pt x="318680" y="36746"/>
                  </a:lnTo>
                  <a:lnTo>
                    <a:pt x="332271" y="38998"/>
                  </a:lnTo>
                  <a:lnTo>
                    <a:pt x="342616" y="44959"/>
                  </a:lnTo>
                  <a:lnTo>
                    <a:pt x="348328" y="51572"/>
                  </a:lnTo>
                  <a:lnTo>
                    <a:pt x="318692" y="51572"/>
                  </a:lnTo>
                  <a:lnTo>
                    <a:pt x="311426" y="52760"/>
                  </a:lnTo>
                  <a:lnTo>
                    <a:pt x="305076" y="56118"/>
                  </a:lnTo>
                  <a:lnTo>
                    <a:pt x="300102" y="61300"/>
                  </a:lnTo>
                  <a:lnTo>
                    <a:pt x="296963" y="67960"/>
                  </a:lnTo>
                  <a:lnTo>
                    <a:pt x="355936" y="67960"/>
                  </a:lnTo>
                  <a:lnTo>
                    <a:pt x="356684" y="70328"/>
                  </a:lnTo>
                  <a:lnTo>
                    <a:pt x="355751" y="79284"/>
                  </a:lnTo>
                  <a:lnTo>
                    <a:pt x="354819" y="82862"/>
                  </a:lnTo>
                  <a:lnTo>
                    <a:pt x="296560" y="82862"/>
                  </a:lnTo>
                  <a:lnTo>
                    <a:pt x="298605" y="89780"/>
                  </a:lnTo>
                  <a:lnTo>
                    <a:pt x="303373" y="95926"/>
                  </a:lnTo>
                  <a:lnTo>
                    <a:pt x="310691" y="100326"/>
                  </a:lnTo>
                  <a:lnTo>
                    <a:pt x="320380" y="102008"/>
                  </a:lnTo>
                  <a:lnTo>
                    <a:pt x="350828" y="102008"/>
                  </a:lnTo>
                  <a:lnTo>
                    <a:pt x="350359" y="102808"/>
                  </a:lnTo>
                  <a:lnTo>
                    <a:pt x="343352" y="109779"/>
                  </a:lnTo>
                  <a:lnTo>
                    <a:pt x="333474" y="114857"/>
                  </a:lnTo>
                  <a:lnTo>
                    <a:pt x="320393" y="116822"/>
                  </a:lnTo>
                  <a:close/>
                </a:path>
                <a:path w="1355725" h="151765">
                  <a:moveTo>
                    <a:pt x="355936" y="67960"/>
                  </a:moveTo>
                  <a:lnTo>
                    <a:pt x="339137" y="67960"/>
                  </a:lnTo>
                  <a:lnTo>
                    <a:pt x="337522" y="63114"/>
                  </a:lnTo>
                  <a:lnTo>
                    <a:pt x="333648" y="57735"/>
                  </a:lnTo>
                  <a:lnTo>
                    <a:pt x="327406" y="53371"/>
                  </a:lnTo>
                  <a:lnTo>
                    <a:pt x="318692" y="51572"/>
                  </a:lnTo>
                  <a:lnTo>
                    <a:pt x="348328" y="51572"/>
                  </a:lnTo>
                  <a:lnTo>
                    <a:pt x="349881" y="53371"/>
                  </a:lnTo>
                  <a:lnTo>
                    <a:pt x="351170" y="56118"/>
                  </a:lnTo>
                  <a:lnTo>
                    <a:pt x="354391" y="63114"/>
                  </a:lnTo>
                  <a:lnTo>
                    <a:pt x="355936" y="67960"/>
                  </a:lnTo>
                  <a:close/>
                </a:path>
                <a:path w="1355725" h="151765">
                  <a:moveTo>
                    <a:pt x="350828" y="102008"/>
                  </a:moveTo>
                  <a:lnTo>
                    <a:pt x="320380" y="102008"/>
                  </a:lnTo>
                  <a:lnTo>
                    <a:pt x="328222" y="100562"/>
                  </a:lnTo>
                  <a:lnTo>
                    <a:pt x="334265" y="97003"/>
                  </a:lnTo>
                  <a:lnTo>
                    <a:pt x="338838" y="92501"/>
                  </a:lnTo>
                  <a:lnTo>
                    <a:pt x="342273" y="88228"/>
                  </a:lnTo>
                  <a:lnTo>
                    <a:pt x="354832" y="95168"/>
                  </a:lnTo>
                  <a:lnTo>
                    <a:pt x="350828" y="102008"/>
                  </a:lnTo>
                  <a:close/>
                </a:path>
                <a:path w="1355725" h="151765">
                  <a:moveTo>
                    <a:pt x="266606" y="45286"/>
                  </a:moveTo>
                  <a:lnTo>
                    <a:pt x="250759" y="45286"/>
                  </a:lnTo>
                  <a:lnTo>
                    <a:pt x="250759" y="8907"/>
                  </a:lnTo>
                  <a:lnTo>
                    <a:pt x="266606" y="8907"/>
                  </a:lnTo>
                  <a:lnTo>
                    <a:pt x="266606" y="45286"/>
                  </a:lnTo>
                  <a:close/>
                </a:path>
                <a:path w="1355725" h="151765">
                  <a:moveTo>
                    <a:pt x="226259" y="116872"/>
                  </a:moveTo>
                  <a:lnTo>
                    <a:pt x="189726" y="92916"/>
                  </a:lnTo>
                  <a:lnTo>
                    <a:pt x="186655" y="77332"/>
                  </a:lnTo>
                  <a:lnTo>
                    <a:pt x="189277" y="61713"/>
                  </a:lnTo>
                  <a:lnTo>
                    <a:pt x="197343" y="48764"/>
                  </a:lnTo>
                  <a:lnTo>
                    <a:pt x="210011" y="39965"/>
                  </a:lnTo>
                  <a:lnTo>
                    <a:pt x="226448" y="36720"/>
                  </a:lnTo>
                  <a:lnTo>
                    <a:pt x="234126" y="37421"/>
                  </a:lnTo>
                  <a:lnTo>
                    <a:pt x="240748" y="39303"/>
                  </a:lnTo>
                  <a:lnTo>
                    <a:pt x="246298" y="42035"/>
                  </a:lnTo>
                  <a:lnTo>
                    <a:pt x="250759" y="45286"/>
                  </a:lnTo>
                  <a:lnTo>
                    <a:pt x="266606" y="45286"/>
                  </a:lnTo>
                  <a:lnTo>
                    <a:pt x="266606" y="52265"/>
                  </a:lnTo>
                  <a:lnTo>
                    <a:pt x="225856" y="52265"/>
                  </a:lnTo>
                  <a:lnTo>
                    <a:pt x="217196" y="54055"/>
                  </a:lnTo>
                  <a:lnTo>
                    <a:pt x="209948" y="59051"/>
                  </a:lnTo>
                  <a:lnTo>
                    <a:pt x="204969" y="66687"/>
                  </a:lnTo>
                  <a:lnTo>
                    <a:pt x="203119" y="76400"/>
                  </a:lnTo>
                  <a:lnTo>
                    <a:pt x="204774" y="86239"/>
                  </a:lnTo>
                  <a:lnTo>
                    <a:pt x="209438" y="94143"/>
                  </a:lnTo>
                  <a:lnTo>
                    <a:pt x="216730" y="99405"/>
                  </a:lnTo>
                  <a:lnTo>
                    <a:pt x="226259" y="101316"/>
                  </a:lnTo>
                  <a:lnTo>
                    <a:pt x="232722" y="101523"/>
                  </a:lnTo>
                  <a:lnTo>
                    <a:pt x="266606" y="101523"/>
                  </a:lnTo>
                  <a:lnTo>
                    <a:pt x="266606" y="108407"/>
                  </a:lnTo>
                  <a:lnTo>
                    <a:pt x="250961" y="108407"/>
                  </a:lnTo>
                  <a:lnTo>
                    <a:pt x="247739" y="110766"/>
                  </a:lnTo>
                  <a:lnTo>
                    <a:pt x="242559" y="113561"/>
                  </a:lnTo>
                  <a:lnTo>
                    <a:pt x="235404" y="115895"/>
                  </a:lnTo>
                  <a:lnTo>
                    <a:pt x="226259" y="116872"/>
                  </a:lnTo>
                  <a:close/>
                </a:path>
                <a:path w="1355725" h="151765">
                  <a:moveTo>
                    <a:pt x="266606" y="101523"/>
                  </a:moveTo>
                  <a:lnTo>
                    <a:pt x="232722" y="101523"/>
                  </a:lnTo>
                  <a:lnTo>
                    <a:pt x="238989" y="99077"/>
                  </a:lnTo>
                  <a:lnTo>
                    <a:pt x="248220" y="90018"/>
                  </a:lnTo>
                  <a:lnTo>
                    <a:pt x="250782" y="83798"/>
                  </a:lnTo>
                  <a:lnTo>
                    <a:pt x="250696" y="77332"/>
                  </a:lnTo>
                  <a:lnTo>
                    <a:pt x="248626" y="66687"/>
                  </a:lnTo>
                  <a:lnTo>
                    <a:pt x="248517" y="66129"/>
                  </a:lnTo>
                  <a:lnTo>
                    <a:pt x="242815" y="58322"/>
                  </a:lnTo>
                  <a:lnTo>
                    <a:pt x="234844" y="53753"/>
                  </a:lnTo>
                  <a:lnTo>
                    <a:pt x="225856" y="52265"/>
                  </a:lnTo>
                  <a:lnTo>
                    <a:pt x="266606" y="52265"/>
                  </a:lnTo>
                  <a:lnTo>
                    <a:pt x="266606" y="101523"/>
                  </a:lnTo>
                  <a:close/>
                </a:path>
                <a:path w="1355725" h="151765">
                  <a:moveTo>
                    <a:pt x="266606" y="115298"/>
                  </a:moveTo>
                  <a:lnTo>
                    <a:pt x="250961" y="115298"/>
                  </a:lnTo>
                  <a:lnTo>
                    <a:pt x="250961" y="108407"/>
                  </a:lnTo>
                  <a:lnTo>
                    <a:pt x="266606" y="108407"/>
                  </a:lnTo>
                  <a:lnTo>
                    <a:pt x="266606" y="115298"/>
                  </a:lnTo>
                  <a:close/>
                </a:path>
                <a:path w="1355725" h="151765">
                  <a:moveTo>
                    <a:pt x="1153521" y="45047"/>
                  </a:moveTo>
                  <a:lnTo>
                    <a:pt x="1104755" y="45047"/>
                  </a:lnTo>
                  <a:lnTo>
                    <a:pt x="1107977" y="42688"/>
                  </a:lnTo>
                  <a:lnTo>
                    <a:pt x="1113157" y="39893"/>
                  </a:lnTo>
                  <a:lnTo>
                    <a:pt x="1120311" y="37559"/>
                  </a:lnTo>
                  <a:lnTo>
                    <a:pt x="1129457" y="36582"/>
                  </a:lnTo>
                  <a:lnTo>
                    <a:pt x="1145506" y="39634"/>
                  </a:lnTo>
                  <a:lnTo>
                    <a:pt x="1153521" y="45047"/>
                  </a:lnTo>
                  <a:close/>
                </a:path>
                <a:path w="1355725" h="151765">
                  <a:moveTo>
                    <a:pt x="1104957" y="141700"/>
                  </a:moveTo>
                  <a:lnTo>
                    <a:pt x="1089110" y="141700"/>
                  </a:lnTo>
                  <a:lnTo>
                    <a:pt x="1089110" y="38156"/>
                  </a:lnTo>
                  <a:lnTo>
                    <a:pt x="1104755" y="38156"/>
                  </a:lnTo>
                  <a:lnTo>
                    <a:pt x="1104755" y="45047"/>
                  </a:lnTo>
                  <a:lnTo>
                    <a:pt x="1153521" y="45047"/>
                  </a:lnTo>
                  <a:lnTo>
                    <a:pt x="1157909" y="48010"/>
                  </a:lnTo>
                  <a:lnTo>
                    <a:pt x="1160439" y="51932"/>
                  </a:lnTo>
                  <a:lnTo>
                    <a:pt x="1122993" y="51932"/>
                  </a:lnTo>
                  <a:lnTo>
                    <a:pt x="1116726" y="54377"/>
                  </a:lnTo>
                  <a:lnTo>
                    <a:pt x="1107496" y="63436"/>
                  </a:lnTo>
                  <a:lnTo>
                    <a:pt x="1104934" y="69656"/>
                  </a:lnTo>
                  <a:lnTo>
                    <a:pt x="1105019" y="76047"/>
                  </a:lnTo>
                  <a:lnTo>
                    <a:pt x="1129860" y="101190"/>
                  </a:lnTo>
                  <a:lnTo>
                    <a:pt x="1160553" y="101190"/>
                  </a:lnTo>
                  <a:lnTo>
                    <a:pt x="1158372" y="104690"/>
                  </a:lnTo>
                  <a:lnTo>
                    <a:pt x="1153365" y="108168"/>
                  </a:lnTo>
                  <a:lnTo>
                    <a:pt x="1104957" y="108168"/>
                  </a:lnTo>
                  <a:lnTo>
                    <a:pt x="1104957" y="141700"/>
                  </a:lnTo>
                  <a:close/>
                </a:path>
                <a:path w="1355725" h="151765">
                  <a:moveTo>
                    <a:pt x="1160553" y="101190"/>
                  </a:moveTo>
                  <a:lnTo>
                    <a:pt x="1129860" y="101190"/>
                  </a:lnTo>
                  <a:lnTo>
                    <a:pt x="1138518" y="99399"/>
                  </a:lnTo>
                  <a:lnTo>
                    <a:pt x="1145762" y="94403"/>
                  </a:lnTo>
                  <a:lnTo>
                    <a:pt x="1150736" y="86767"/>
                  </a:lnTo>
                  <a:lnTo>
                    <a:pt x="1152584" y="77055"/>
                  </a:lnTo>
                  <a:lnTo>
                    <a:pt x="1150942" y="67215"/>
                  </a:lnTo>
                  <a:lnTo>
                    <a:pt x="1146278" y="59311"/>
                  </a:lnTo>
                  <a:lnTo>
                    <a:pt x="1138985" y="54050"/>
                  </a:lnTo>
                  <a:lnTo>
                    <a:pt x="1129457" y="52139"/>
                  </a:lnTo>
                  <a:lnTo>
                    <a:pt x="1122993" y="51932"/>
                  </a:lnTo>
                  <a:lnTo>
                    <a:pt x="1160439" y="51932"/>
                  </a:lnTo>
                  <a:lnTo>
                    <a:pt x="1165990" y="60538"/>
                  </a:lnTo>
                  <a:lnTo>
                    <a:pt x="1169073" y="76047"/>
                  </a:lnTo>
                  <a:lnTo>
                    <a:pt x="1166439" y="91741"/>
                  </a:lnTo>
                  <a:lnTo>
                    <a:pt x="1160553" y="101190"/>
                  </a:lnTo>
                  <a:close/>
                </a:path>
                <a:path w="1355725" h="151765">
                  <a:moveTo>
                    <a:pt x="1129268" y="116734"/>
                  </a:moveTo>
                  <a:lnTo>
                    <a:pt x="1121595" y="116033"/>
                  </a:lnTo>
                  <a:lnTo>
                    <a:pt x="1114972" y="114151"/>
                  </a:lnTo>
                  <a:lnTo>
                    <a:pt x="1109419" y="111420"/>
                  </a:lnTo>
                  <a:lnTo>
                    <a:pt x="1104957" y="108168"/>
                  </a:lnTo>
                  <a:lnTo>
                    <a:pt x="1153365" y="108168"/>
                  </a:lnTo>
                  <a:lnTo>
                    <a:pt x="1145705" y="113489"/>
                  </a:lnTo>
                  <a:lnTo>
                    <a:pt x="1129268" y="116734"/>
                  </a:lnTo>
                  <a:close/>
                </a:path>
                <a:path w="1355725" h="151765">
                  <a:moveTo>
                    <a:pt x="1342864" y="43107"/>
                  </a:moveTo>
                  <a:lnTo>
                    <a:pt x="1306199" y="43107"/>
                  </a:lnTo>
                  <a:lnTo>
                    <a:pt x="1310746" y="38749"/>
                  </a:lnTo>
                  <a:lnTo>
                    <a:pt x="1318796" y="36998"/>
                  </a:lnTo>
                  <a:lnTo>
                    <a:pt x="1324716" y="36998"/>
                  </a:lnTo>
                  <a:lnTo>
                    <a:pt x="1337304" y="39396"/>
                  </a:lnTo>
                  <a:lnTo>
                    <a:pt x="1342864" y="43107"/>
                  </a:lnTo>
                  <a:close/>
                </a:path>
                <a:path w="1355725" h="151765">
                  <a:moveTo>
                    <a:pt x="1306199" y="115600"/>
                  </a:moveTo>
                  <a:lnTo>
                    <a:pt x="1290403" y="115600"/>
                  </a:lnTo>
                  <a:lnTo>
                    <a:pt x="1290403" y="38295"/>
                  </a:lnTo>
                  <a:lnTo>
                    <a:pt x="1306199" y="38295"/>
                  </a:lnTo>
                  <a:lnTo>
                    <a:pt x="1306199" y="43107"/>
                  </a:lnTo>
                  <a:lnTo>
                    <a:pt x="1342864" y="43107"/>
                  </a:lnTo>
                  <a:lnTo>
                    <a:pt x="1347144" y="45963"/>
                  </a:lnTo>
                  <a:lnTo>
                    <a:pt x="1351305" y="52365"/>
                  </a:lnTo>
                  <a:lnTo>
                    <a:pt x="1310898" y="52365"/>
                  </a:lnTo>
                  <a:lnTo>
                    <a:pt x="1306199" y="61888"/>
                  </a:lnTo>
                  <a:lnTo>
                    <a:pt x="1306199" y="115600"/>
                  </a:lnTo>
                  <a:close/>
                </a:path>
                <a:path w="1355725" h="151765">
                  <a:moveTo>
                    <a:pt x="1355666" y="115600"/>
                  </a:moveTo>
                  <a:lnTo>
                    <a:pt x="1339668" y="115600"/>
                  </a:lnTo>
                  <a:lnTo>
                    <a:pt x="1339668" y="64093"/>
                  </a:lnTo>
                  <a:lnTo>
                    <a:pt x="1336972" y="52365"/>
                  </a:lnTo>
                  <a:lnTo>
                    <a:pt x="1351305" y="52365"/>
                  </a:lnTo>
                  <a:lnTo>
                    <a:pt x="1353508" y="55757"/>
                  </a:lnTo>
                  <a:lnTo>
                    <a:pt x="1355666" y="67834"/>
                  </a:lnTo>
                  <a:lnTo>
                    <a:pt x="1355666" y="115600"/>
                  </a:lnTo>
                  <a:close/>
                </a:path>
                <a:path w="1355725" h="151765">
                  <a:moveTo>
                    <a:pt x="924284" y="115336"/>
                  </a:moveTo>
                  <a:lnTo>
                    <a:pt x="907682" y="115336"/>
                  </a:lnTo>
                  <a:lnTo>
                    <a:pt x="907682" y="10431"/>
                  </a:lnTo>
                  <a:lnTo>
                    <a:pt x="921337" y="10431"/>
                  </a:lnTo>
                  <a:lnTo>
                    <a:pt x="944607" y="42326"/>
                  </a:lnTo>
                  <a:lnTo>
                    <a:pt x="924284" y="42326"/>
                  </a:lnTo>
                  <a:lnTo>
                    <a:pt x="924284" y="115336"/>
                  </a:lnTo>
                  <a:close/>
                </a:path>
                <a:path w="1355725" h="151765">
                  <a:moveTo>
                    <a:pt x="991059" y="83202"/>
                  </a:moveTo>
                  <a:lnTo>
                    <a:pt x="974431" y="83202"/>
                  </a:lnTo>
                  <a:lnTo>
                    <a:pt x="974431" y="10431"/>
                  </a:lnTo>
                  <a:lnTo>
                    <a:pt x="991059" y="10431"/>
                  </a:lnTo>
                  <a:lnTo>
                    <a:pt x="991059" y="83202"/>
                  </a:lnTo>
                  <a:close/>
                </a:path>
                <a:path w="1355725" h="151765">
                  <a:moveTo>
                    <a:pt x="991059" y="115336"/>
                  </a:moveTo>
                  <a:lnTo>
                    <a:pt x="977278" y="115336"/>
                  </a:lnTo>
                  <a:lnTo>
                    <a:pt x="924284" y="42326"/>
                  </a:lnTo>
                  <a:lnTo>
                    <a:pt x="944607" y="42326"/>
                  </a:lnTo>
                  <a:lnTo>
                    <a:pt x="974431" y="83202"/>
                  </a:lnTo>
                  <a:lnTo>
                    <a:pt x="991059" y="83202"/>
                  </a:lnTo>
                  <a:lnTo>
                    <a:pt x="991059" y="115336"/>
                  </a:lnTo>
                  <a:close/>
                </a:path>
                <a:path w="1355725" h="151765">
                  <a:moveTo>
                    <a:pt x="15619" y="115285"/>
                  </a:moveTo>
                  <a:lnTo>
                    <a:pt x="0" y="115285"/>
                  </a:lnTo>
                  <a:lnTo>
                    <a:pt x="0" y="17397"/>
                  </a:lnTo>
                  <a:lnTo>
                    <a:pt x="12772" y="17397"/>
                  </a:lnTo>
                  <a:lnTo>
                    <a:pt x="34836" y="47188"/>
                  </a:lnTo>
                  <a:lnTo>
                    <a:pt x="15619" y="47188"/>
                  </a:lnTo>
                  <a:lnTo>
                    <a:pt x="15619" y="115285"/>
                  </a:lnTo>
                  <a:close/>
                </a:path>
                <a:path w="1355725" h="151765">
                  <a:moveTo>
                    <a:pt x="65702" y="62707"/>
                  </a:moveTo>
                  <a:lnTo>
                    <a:pt x="46330" y="62707"/>
                  </a:lnTo>
                  <a:lnTo>
                    <a:pt x="79807" y="17397"/>
                  </a:lnTo>
                  <a:lnTo>
                    <a:pt x="92735" y="17397"/>
                  </a:lnTo>
                  <a:lnTo>
                    <a:pt x="92735" y="47440"/>
                  </a:lnTo>
                  <a:lnTo>
                    <a:pt x="76914" y="47440"/>
                  </a:lnTo>
                  <a:lnTo>
                    <a:pt x="65702" y="62707"/>
                  </a:lnTo>
                  <a:close/>
                </a:path>
                <a:path w="1355725" h="151765">
                  <a:moveTo>
                    <a:pt x="46330" y="89084"/>
                  </a:moveTo>
                  <a:lnTo>
                    <a:pt x="15619" y="47188"/>
                  </a:lnTo>
                  <a:lnTo>
                    <a:pt x="34836" y="47188"/>
                  </a:lnTo>
                  <a:lnTo>
                    <a:pt x="46330" y="62707"/>
                  </a:lnTo>
                  <a:lnTo>
                    <a:pt x="65702" y="62707"/>
                  </a:lnTo>
                  <a:lnTo>
                    <a:pt x="46330" y="89084"/>
                  </a:lnTo>
                  <a:close/>
                </a:path>
                <a:path w="1355725" h="151765">
                  <a:moveTo>
                    <a:pt x="92735" y="115285"/>
                  </a:moveTo>
                  <a:lnTo>
                    <a:pt x="76914" y="115285"/>
                  </a:lnTo>
                  <a:lnTo>
                    <a:pt x="76914" y="47440"/>
                  </a:lnTo>
                  <a:lnTo>
                    <a:pt x="92735" y="47440"/>
                  </a:lnTo>
                  <a:lnTo>
                    <a:pt x="92735" y="115285"/>
                  </a:lnTo>
                  <a:close/>
                </a:path>
              </a:pathLst>
            </a:custGeom>
            <a:solidFill>
              <a:srgbClr val="3B194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83734" y="1026400"/>
            <a:ext cx="8568690" cy="8387715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2150" spc="-85">
                <a:latin typeface="Tahoma"/>
                <a:cs typeface="Tahoma"/>
              </a:rPr>
              <a:t>BENEFITS</a:t>
            </a:r>
            <a:r>
              <a:rPr dirty="0" sz="2150">
                <a:latin typeface="Tahoma"/>
                <a:cs typeface="Tahoma"/>
              </a:rPr>
              <a:t> </a:t>
            </a:r>
            <a:r>
              <a:rPr dirty="0" sz="2150" spc="50">
                <a:latin typeface="Tahoma"/>
                <a:cs typeface="Tahoma"/>
              </a:rPr>
              <a:t>OF</a:t>
            </a:r>
            <a:r>
              <a:rPr dirty="0" sz="2150">
                <a:latin typeface="Tahoma"/>
                <a:cs typeface="Tahoma"/>
              </a:rPr>
              <a:t> USING</a:t>
            </a:r>
            <a:r>
              <a:rPr dirty="0" sz="2150" spc="5">
                <a:latin typeface="Tahoma"/>
                <a:cs typeface="Tahoma"/>
              </a:rPr>
              <a:t> </a:t>
            </a:r>
            <a:r>
              <a:rPr dirty="0" sz="2150">
                <a:latin typeface="Tahoma"/>
                <a:cs typeface="Tahoma"/>
              </a:rPr>
              <a:t>POWER </a:t>
            </a:r>
            <a:r>
              <a:rPr dirty="0" sz="2150" spc="-25">
                <a:latin typeface="Tahoma"/>
                <a:cs typeface="Tahoma"/>
              </a:rPr>
              <a:t>BI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550">
                <a:latin typeface="Tahoma"/>
                <a:cs typeface="Tahoma"/>
              </a:rPr>
              <a:t>Ease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 spc="80">
                <a:latin typeface="Tahoma"/>
                <a:cs typeface="Tahoma"/>
              </a:rPr>
              <a:t>of</a:t>
            </a:r>
            <a:r>
              <a:rPr dirty="0" sz="1550" spc="-15">
                <a:latin typeface="Tahoma"/>
                <a:cs typeface="Tahoma"/>
              </a:rPr>
              <a:t> </a:t>
            </a:r>
            <a:r>
              <a:rPr dirty="0" sz="1550" spc="45">
                <a:latin typeface="Tahoma"/>
                <a:cs typeface="Tahoma"/>
              </a:rPr>
              <a:t>Use</a:t>
            </a:r>
            <a:endParaRPr sz="1550">
              <a:latin typeface="Tahoma"/>
              <a:cs typeface="Tahoma"/>
            </a:endParaRPr>
          </a:p>
          <a:p>
            <a:pPr marL="12700" marR="506095">
              <a:lnSpc>
                <a:spcPts val="2390"/>
              </a:lnSpc>
              <a:spcBef>
                <a:spcPts val="160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60">
                <a:solidFill>
                  <a:srgbClr val="212121"/>
                </a:solidFill>
                <a:latin typeface="Tahoma"/>
                <a:cs typeface="Tahoma"/>
              </a:rPr>
              <a:t>BI's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drag-and-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drop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interface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makes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it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easy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even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non-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technical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users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create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stunning</a:t>
            </a:r>
            <a:r>
              <a:rPr dirty="0" sz="1550" spc="2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visualizations</a:t>
            </a:r>
            <a:r>
              <a:rPr dirty="0" sz="1550" spc="2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2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interactive</a:t>
            </a:r>
            <a:r>
              <a:rPr dirty="0" sz="1550" spc="2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reports.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550">
                <a:latin typeface="Tahoma"/>
                <a:cs typeface="Tahoma"/>
              </a:rPr>
              <a:t>Real-Time</a:t>
            </a:r>
            <a:r>
              <a:rPr dirty="0" sz="1550" spc="280">
                <a:latin typeface="Tahoma"/>
                <a:cs typeface="Tahoma"/>
              </a:rPr>
              <a:t> </a:t>
            </a:r>
            <a:r>
              <a:rPr dirty="0" sz="1550" spc="65">
                <a:latin typeface="Tahoma"/>
                <a:cs typeface="Tahoma"/>
              </a:rPr>
              <a:t>Updates</a:t>
            </a:r>
            <a:endParaRPr sz="1550">
              <a:latin typeface="Tahoma"/>
              <a:cs typeface="Tahoma"/>
            </a:endParaRPr>
          </a:p>
          <a:p>
            <a:pPr marL="12700" marR="1013460">
              <a:lnSpc>
                <a:spcPct val="128000"/>
              </a:lnSpc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provides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real-time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updates,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allowing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stay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on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top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and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make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informed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 decisions.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550" spc="110">
                <a:latin typeface="Tahoma"/>
                <a:cs typeface="Tahoma"/>
              </a:rPr>
              <a:t>Mobile</a:t>
            </a:r>
            <a:r>
              <a:rPr dirty="0" sz="1550" spc="-10">
                <a:latin typeface="Tahoma"/>
                <a:cs typeface="Tahoma"/>
              </a:rPr>
              <a:t> </a:t>
            </a:r>
            <a:r>
              <a:rPr dirty="0" sz="1550" spc="70">
                <a:latin typeface="Tahoma"/>
                <a:cs typeface="Tahoma"/>
              </a:rPr>
              <a:t>Access</a:t>
            </a:r>
            <a:endParaRPr sz="1550">
              <a:latin typeface="Tahoma"/>
              <a:cs typeface="Tahoma"/>
            </a:endParaRPr>
          </a:p>
          <a:p>
            <a:pPr marL="12700" marR="104139">
              <a:lnSpc>
                <a:spcPts val="2390"/>
              </a:lnSpc>
              <a:spcBef>
                <a:spcPts val="155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60">
                <a:solidFill>
                  <a:srgbClr val="212121"/>
                </a:solidFill>
                <a:latin typeface="Tahoma"/>
                <a:cs typeface="Tahoma"/>
              </a:rPr>
              <a:t>BI's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mobile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app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allows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to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access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reports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from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anywhere,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making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12121"/>
                </a:solidFill>
                <a:latin typeface="Tahoma"/>
                <a:cs typeface="Tahoma"/>
              </a:rPr>
              <a:t>it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easy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stay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connected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make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informed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decisions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on-the-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go.</a:t>
            </a:r>
            <a:endParaRPr sz="1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750" spc="180">
                <a:latin typeface="Tahoma"/>
                <a:cs typeface="Tahoma"/>
              </a:rPr>
              <a:t>HOW</a:t>
            </a:r>
            <a:r>
              <a:rPr dirty="0" sz="2750" spc="-45">
                <a:latin typeface="Tahoma"/>
                <a:cs typeface="Tahoma"/>
              </a:rPr>
              <a:t> </a:t>
            </a:r>
            <a:r>
              <a:rPr dirty="0" sz="2750">
                <a:latin typeface="Tahoma"/>
                <a:cs typeface="Tahoma"/>
              </a:rPr>
              <a:t>TO</a:t>
            </a:r>
            <a:r>
              <a:rPr dirty="0" sz="2750" spc="-40">
                <a:latin typeface="Tahoma"/>
                <a:cs typeface="Tahoma"/>
              </a:rPr>
              <a:t> USE</a:t>
            </a:r>
            <a:r>
              <a:rPr dirty="0" sz="2750" spc="-45">
                <a:latin typeface="Tahoma"/>
                <a:cs typeface="Tahoma"/>
              </a:rPr>
              <a:t> </a:t>
            </a:r>
            <a:r>
              <a:rPr dirty="0" sz="2750">
                <a:latin typeface="Tahoma"/>
                <a:cs typeface="Tahoma"/>
              </a:rPr>
              <a:t>MICROSOFT</a:t>
            </a:r>
            <a:r>
              <a:rPr dirty="0" sz="2750" spc="-40">
                <a:latin typeface="Tahoma"/>
                <a:cs typeface="Tahoma"/>
              </a:rPr>
              <a:t> </a:t>
            </a:r>
            <a:r>
              <a:rPr dirty="0" sz="2750">
                <a:latin typeface="Tahoma"/>
                <a:cs typeface="Tahoma"/>
              </a:rPr>
              <a:t>POWER</a:t>
            </a:r>
            <a:r>
              <a:rPr dirty="0" sz="2750" spc="-45">
                <a:latin typeface="Tahoma"/>
                <a:cs typeface="Tahoma"/>
              </a:rPr>
              <a:t> </a:t>
            </a:r>
            <a:r>
              <a:rPr dirty="0" sz="2750" spc="-25">
                <a:latin typeface="Tahoma"/>
                <a:cs typeface="Tahoma"/>
              </a:rPr>
              <a:t>BI</a:t>
            </a:r>
            <a:endParaRPr sz="2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60"/>
              </a:spcBef>
            </a:pPr>
            <a:r>
              <a:rPr dirty="0" sz="2150" spc="65">
                <a:latin typeface="Tahoma"/>
                <a:cs typeface="Tahoma"/>
              </a:rPr>
              <a:t>CONNECTING</a:t>
            </a:r>
            <a:r>
              <a:rPr dirty="0" sz="2150" spc="5">
                <a:latin typeface="Tahoma"/>
                <a:cs typeface="Tahoma"/>
              </a:rPr>
              <a:t> </a:t>
            </a:r>
            <a:r>
              <a:rPr dirty="0" sz="2150">
                <a:latin typeface="Tahoma"/>
                <a:cs typeface="Tahoma"/>
              </a:rPr>
              <a:t>DATA</a:t>
            </a:r>
            <a:r>
              <a:rPr dirty="0" sz="2150" spc="20">
                <a:latin typeface="Tahoma"/>
                <a:cs typeface="Tahoma"/>
              </a:rPr>
              <a:t> </a:t>
            </a:r>
            <a:r>
              <a:rPr dirty="0" sz="2150">
                <a:latin typeface="Tahoma"/>
                <a:cs typeface="Tahoma"/>
              </a:rPr>
              <a:t>SOURCES</a:t>
            </a:r>
            <a:r>
              <a:rPr dirty="0" sz="2150" spc="20">
                <a:latin typeface="Tahoma"/>
                <a:cs typeface="Tahoma"/>
              </a:rPr>
              <a:t> </a:t>
            </a:r>
            <a:r>
              <a:rPr dirty="0" sz="2150">
                <a:latin typeface="Tahoma"/>
                <a:cs typeface="Tahoma"/>
              </a:rPr>
              <a:t>TO</a:t>
            </a:r>
            <a:r>
              <a:rPr dirty="0" sz="2150" spc="15">
                <a:latin typeface="Tahoma"/>
                <a:cs typeface="Tahoma"/>
              </a:rPr>
              <a:t> </a:t>
            </a:r>
            <a:r>
              <a:rPr dirty="0" sz="2150">
                <a:latin typeface="Tahoma"/>
                <a:cs typeface="Tahoma"/>
              </a:rPr>
              <a:t>POWER</a:t>
            </a:r>
            <a:r>
              <a:rPr dirty="0" sz="2150" spc="20">
                <a:latin typeface="Tahoma"/>
                <a:cs typeface="Tahoma"/>
              </a:rPr>
              <a:t> </a:t>
            </a:r>
            <a:r>
              <a:rPr dirty="0" sz="2150" spc="-25">
                <a:latin typeface="Tahoma"/>
                <a:cs typeface="Tahoma"/>
              </a:rPr>
              <a:t>BI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550">
                <a:latin typeface="Tahoma"/>
                <a:cs typeface="Tahoma"/>
              </a:rPr>
              <a:t>Data</a:t>
            </a:r>
            <a:r>
              <a:rPr dirty="0" sz="1550" spc="5">
                <a:latin typeface="Tahoma"/>
                <a:cs typeface="Tahoma"/>
              </a:rPr>
              <a:t> </a:t>
            </a:r>
            <a:r>
              <a:rPr dirty="0" sz="1550" spc="70">
                <a:latin typeface="Tahoma"/>
                <a:cs typeface="Tahoma"/>
              </a:rPr>
              <a:t>Connectors</a:t>
            </a:r>
            <a:r>
              <a:rPr dirty="0" sz="1550" spc="1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in</a:t>
            </a:r>
            <a:r>
              <a:rPr dirty="0" sz="1550" spc="10">
                <a:latin typeface="Tahoma"/>
                <a:cs typeface="Tahoma"/>
              </a:rPr>
              <a:t> </a:t>
            </a:r>
            <a:r>
              <a:rPr dirty="0" sz="1550" spc="80">
                <a:latin typeface="Tahoma"/>
                <a:cs typeface="Tahoma"/>
              </a:rPr>
              <a:t>Power</a:t>
            </a:r>
            <a:r>
              <a:rPr dirty="0" sz="1550" spc="5">
                <a:latin typeface="Tahoma"/>
                <a:cs typeface="Tahoma"/>
              </a:rPr>
              <a:t> </a:t>
            </a:r>
            <a:r>
              <a:rPr dirty="0" sz="1550" spc="-25">
                <a:latin typeface="Tahoma"/>
                <a:cs typeface="Tahoma"/>
              </a:rPr>
              <a:t>BI</a:t>
            </a:r>
            <a:endParaRPr sz="1550">
              <a:latin typeface="Tahoma"/>
              <a:cs typeface="Tahoma"/>
            </a:endParaRPr>
          </a:p>
          <a:p>
            <a:pPr marL="12700" marR="33655">
              <a:lnSpc>
                <a:spcPts val="2390"/>
              </a:lnSpc>
              <a:spcBef>
                <a:spcPts val="160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provides</a:t>
            </a:r>
            <a:r>
              <a:rPr dirty="0" sz="155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wide</a:t>
            </a:r>
            <a:r>
              <a:rPr dirty="0" sz="155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range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connectors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enable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connect</a:t>
            </a:r>
            <a:r>
              <a:rPr dirty="0" sz="1550" spc="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popular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sources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such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Excel,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SQL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Server,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SharePoint.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These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connectors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help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access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from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different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sources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create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unified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view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analysis.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550" spc="80">
                <a:latin typeface="Tahoma"/>
                <a:cs typeface="Tahoma"/>
              </a:rPr>
              <a:t>Connecting</a:t>
            </a:r>
            <a:r>
              <a:rPr dirty="0" sz="1550" spc="40">
                <a:latin typeface="Tahoma"/>
                <a:cs typeface="Tahoma"/>
              </a:rPr>
              <a:t> </a:t>
            </a:r>
            <a:r>
              <a:rPr dirty="0" sz="1550" spc="65">
                <a:latin typeface="Tahoma"/>
                <a:cs typeface="Tahoma"/>
              </a:rPr>
              <a:t>to</a:t>
            </a:r>
            <a:r>
              <a:rPr dirty="0" sz="1550" spc="4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Excel</a:t>
            </a:r>
            <a:r>
              <a:rPr dirty="0" sz="1550" spc="4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Data</a:t>
            </a:r>
            <a:r>
              <a:rPr dirty="0" sz="1550" spc="40">
                <a:latin typeface="Tahoma"/>
                <a:cs typeface="Tahoma"/>
              </a:rPr>
              <a:t> </a:t>
            </a:r>
            <a:r>
              <a:rPr dirty="0" sz="1550" spc="50">
                <a:latin typeface="Tahoma"/>
                <a:cs typeface="Tahoma"/>
              </a:rPr>
              <a:t>Sources</a:t>
            </a:r>
            <a:endParaRPr sz="1550">
              <a:latin typeface="Tahoma"/>
              <a:cs typeface="Tahoma"/>
            </a:endParaRPr>
          </a:p>
          <a:p>
            <a:pPr algn="just" marL="12700" marR="116205">
              <a:lnSpc>
                <a:spcPts val="2390"/>
              </a:lnSpc>
              <a:spcBef>
                <a:spcPts val="155"/>
              </a:spcBef>
            </a:pP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Excel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popular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source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be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easily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connected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20">
                <a:solidFill>
                  <a:srgbClr val="212121"/>
                </a:solidFill>
                <a:latin typeface="Tahoma"/>
                <a:cs typeface="Tahoma"/>
              </a:rPr>
              <a:t>BI.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connect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to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an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Excel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workbook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stored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OneDrive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SharePoint,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upload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an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Excel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workbook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directly</a:t>
            </a:r>
            <a:r>
              <a:rPr dirty="0" sz="1550" spc="-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-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-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12121"/>
                </a:solidFill>
                <a:latin typeface="Tahoma"/>
                <a:cs typeface="Tahoma"/>
              </a:rPr>
              <a:t>BI.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550" spc="80">
                <a:latin typeface="Tahoma"/>
                <a:cs typeface="Tahoma"/>
              </a:rPr>
              <a:t>Connecting</a:t>
            </a:r>
            <a:r>
              <a:rPr dirty="0" sz="1550" spc="45">
                <a:latin typeface="Tahoma"/>
                <a:cs typeface="Tahoma"/>
              </a:rPr>
              <a:t> </a:t>
            </a:r>
            <a:r>
              <a:rPr dirty="0" sz="1550" spc="65">
                <a:latin typeface="Tahoma"/>
                <a:cs typeface="Tahoma"/>
              </a:rPr>
              <a:t>to</a:t>
            </a:r>
            <a:r>
              <a:rPr dirty="0" sz="1550" spc="5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SQL</a:t>
            </a:r>
            <a:r>
              <a:rPr dirty="0" sz="1550" spc="50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Server</a:t>
            </a:r>
            <a:r>
              <a:rPr dirty="0" sz="1550" spc="45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Data</a:t>
            </a:r>
            <a:r>
              <a:rPr dirty="0" sz="1550" spc="50">
                <a:latin typeface="Tahoma"/>
                <a:cs typeface="Tahoma"/>
              </a:rPr>
              <a:t> Sources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ts val="2390"/>
              </a:lnSpc>
              <a:spcBef>
                <a:spcPts val="90"/>
              </a:spcBef>
            </a:pP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SQL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Server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popular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database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management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system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be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easily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connected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5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20">
                <a:solidFill>
                  <a:srgbClr val="212121"/>
                </a:solidFill>
                <a:latin typeface="Tahoma"/>
                <a:cs typeface="Tahoma"/>
              </a:rPr>
              <a:t>BI.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connect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SQL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Server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database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hosted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cloud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on-premises,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and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can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use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DirectQuery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or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Import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14">
                <a:solidFill>
                  <a:srgbClr val="212121"/>
                </a:solidFill>
                <a:latin typeface="Tahoma"/>
                <a:cs typeface="Tahoma"/>
              </a:rPr>
              <a:t>mode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access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data.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83734" y="17653852"/>
            <a:ext cx="8175625" cy="1433195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2150">
                <a:latin typeface="Tahoma"/>
                <a:cs typeface="Tahoma"/>
              </a:rPr>
              <a:t>CREATING</a:t>
            </a:r>
            <a:r>
              <a:rPr dirty="0" sz="2150" spc="35">
                <a:latin typeface="Tahoma"/>
                <a:cs typeface="Tahoma"/>
              </a:rPr>
              <a:t> </a:t>
            </a:r>
            <a:r>
              <a:rPr dirty="0" sz="2150" spc="-10">
                <a:latin typeface="Tahoma"/>
                <a:cs typeface="Tahoma"/>
              </a:rPr>
              <a:t>VISUALIZATIONS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550">
                <a:latin typeface="Tahoma"/>
                <a:cs typeface="Tahoma"/>
              </a:rPr>
              <a:t>Types</a:t>
            </a:r>
            <a:r>
              <a:rPr dirty="0" sz="1550" spc="90">
                <a:latin typeface="Tahoma"/>
                <a:cs typeface="Tahoma"/>
              </a:rPr>
              <a:t> </a:t>
            </a:r>
            <a:r>
              <a:rPr dirty="0" sz="1550" spc="80">
                <a:latin typeface="Tahoma"/>
                <a:cs typeface="Tahoma"/>
              </a:rPr>
              <a:t>of</a:t>
            </a:r>
            <a:r>
              <a:rPr dirty="0" sz="1550" spc="90">
                <a:latin typeface="Tahoma"/>
                <a:cs typeface="Tahoma"/>
              </a:rPr>
              <a:t> </a:t>
            </a:r>
            <a:r>
              <a:rPr dirty="0" sz="1550" spc="45">
                <a:latin typeface="Tahoma"/>
                <a:cs typeface="Tahoma"/>
              </a:rPr>
              <a:t>Visualizations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ts val="2390"/>
              </a:lnSpc>
              <a:spcBef>
                <a:spcPts val="95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provides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wide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range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visualization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types,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including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charts,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tables,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maps,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enable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create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stunning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reports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dashboards.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191800" y="10009285"/>
            <a:ext cx="9825355" cy="5527040"/>
            <a:chOff x="2191800" y="10009285"/>
            <a:chExt cx="9825355" cy="5527040"/>
          </a:xfrm>
        </p:grpSpPr>
        <p:sp>
          <p:nvSpPr>
            <p:cNvPr id="5" name="object 5" descr=""/>
            <p:cNvSpPr/>
            <p:nvPr/>
          </p:nvSpPr>
          <p:spPr>
            <a:xfrm>
              <a:off x="2191800" y="10009285"/>
              <a:ext cx="9825355" cy="5527040"/>
            </a:xfrm>
            <a:custGeom>
              <a:avLst/>
              <a:gdLst/>
              <a:ahLst/>
              <a:cxnLst/>
              <a:rect l="l" t="t" r="r" b="b"/>
              <a:pathLst>
                <a:path w="9825355" h="5527040">
                  <a:moveTo>
                    <a:pt x="9906000" y="5572188"/>
                  </a:moveTo>
                  <a:lnTo>
                    <a:pt x="0" y="5572188"/>
                  </a:lnTo>
                  <a:lnTo>
                    <a:pt x="0" y="63"/>
                  </a:lnTo>
                  <a:lnTo>
                    <a:pt x="9906000" y="63"/>
                  </a:lnTo>
                  <a:lnTo>
                    <a:pt x="9906000" y="5572188"/>
                  </a:lnTo>
                  <a:close/>
                </a:path>
              </a:pathLst>
            </a:custGeom>
            <a:solidFill>
              <a:srgbClr val="F668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2224" y="12092377"/>
              <a:ext cx="242861" cy="21603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3600" y="12308031"/>
              <a:ext cx="5442214" cy="177271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742" y="12092377"/>
              <a:ext cx="1079146" cy="648848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6086276" y="10405812"/>
            <a:ext cx="2017395" cy="1232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94970" marR="427990">
              <a:lnSpc>
                <a:spcPct val="101699"/>
              </a:lnSpc>
              <a:spcBef>
                <a:spcPts val="90"/>
              </a:spcBef>
            </a:pPr>
            <a:r>
              <a:rPr dirty="0" sz="1950" b="1">
                <a:solidFill>
                  <a:srgbClr val="3BC583"/>
                </a:solidFill>
                <a:latin typeface="Roboto"/>
                <a:cs typeface="Roboto"/>
              </a:rPr>
              <a:t>Excel</a:t>
            </a:r>
            <a:r>
              <a:rPr dirty="0" sz="1950" spc="75" b="1">
                <a:solidFill>
                  <a:srgbClr val="3BC583"/>
                </a:solidFill>
                <a:latin typeface="Roboto"/>
                <a:cs typeface="Roboto"/>
              </a:rPr>
              <a:t> </a:t>
            </a:r>
            <a:r>
              <a:rPr dirty="0" sz="1950" spc="-20" b="1">
                <a:solidFill>
                  <a:srgbClr val="3BC583"/>
                </a:solidFill>
                <a:latin typeface="Roboto"/>
                <a:cs typeface="Roboto"/>
              </a:rPr>
              <a:t>Data </a:t>
            </a:r>
            <a:r>
              <a:rPr dirty="0" sz="1950" spc="-10" b="1">
                <a:solidFill>
                  <a:srgbClr val="3BC583"/>
                </a:solidFill>
                <a:latin typeface="Roboto"/>
                <a:cs typeface="Roboto"/>
              </a:rPr>
              <a:t>Sources</a:t>
            </a:r>
            <a:endParaRPr sz="1950">
              <a:latin typeface="Roboto"/>
              <a:cs typeface="Roboto"/>
            </a:endParaRPr>
          </a:p>
          <a:p>
            <a:pPr algn="ctr" marR="5080">
              <a:lnSpc>
                <a:spcPct val="102600"/>
              </a:lnSpc>
              <a:spcBef>
                <a:spcPts val="1175"/>
              </a:spcBef>
            </a:pP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Methods</a:t>
            </a:r>
            <a:r>
              <a:rPr dirty="0" sz="1450" spc="40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for</a:t>
            </a:r>
            <a:r>
              <a:rPr dirty="0" sz="1450" spc="40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474747"/>
                </a:solidFill>
                <a:latin typeface="Roboto"/>
                <a:cs typeface="Roboto"/>
              </a:rPr>
              <a:t>connecting </a:t>
            </a: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to</a:t>
            </a:r>
            <a:r>
              <a:rPr dirty="0" sz="1450" spc="30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Excel</a:t>
            </a:r>
            <a:r>
              <a:rPr dirty="0" sz="1450" spc="35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474747"/>
                </a:solidFill>
                <a:latin typeface="Roboto"/>
                <a:cs typeface="Roboto"/>
              </a:rPr>
              <a:t>files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154680" y="11539502"/>
            <a:ext cx="1903730" cy="9302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1EABD9"/>
                </a:solidFill>
                <a:latin typeface="Roboto"/>
                <a:cs typeface="Roboto"/>
              </a:rPr>
              <a:t>Data</a:t>
            </a:r>
            <a:r>
              <a:rPr dirty="0" sz="1950" spc="-10" b="1">
                <a:solidFill>
                  <a:srgbClr val="1EABD9"/>
                </a:solidFill>
                <a:latin typeface="Roboto"/>
                <a:cs typeface="Roboto"/>
              </a:rPr>
              <a:t> Connectors</a:t>
            </a:r>
            <a:endParaRPr sz="1950">
              <a:latin typeface="Roboto"/>
              <a:cs typeface="Roboto"/>
            </a:endParaRPr>
          </a:p>
          <a:p>
            <a:pPr marL="135255" marR="5080" indent="102235">
              <a:lnSpc>
                <a:spcPct val="102600"/>
              </a:lnSpc>
              <a:spcBef>
                <a:spcPts val="1175"/>
              </a:spcBef>
            </a:pP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Tools</a:t>
            </a:r>
            <a:r>
              <a:rPr dirty="0" sz="1450" spc="50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for</a:t>
            </a:r>
            <a:r>
              <a:rPr dirty="0" sz="1450" spc="55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474747"/>
                </a:solidFill>
                <a:latin typeface="Roboto"/>
                <a:cs typeface="Roboto"/>
              </a:rPr>
              <a:t>accessing </a:t>
            </a: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various</a:t>
            </a:r>
            <a:r>
              <a:rPr dirty="0" sz="1450" spc="-5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data</a:t>
            </a:r>
            <a:r>
              <a:rPr dirty="0" sz="1450" spc="-5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474747"/>
                </a:solidFill>
                <a:latin typeface="Roboto"/>
                <a:cs typeface="Roboto"/>
              </a:rPr>
              <a:t>sources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170291" y="11388343"/>
            <a:ext cx="2073910" cy="1232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219075">
              <a:lnSpc>
                <a:spcPct val="101699"/>
              </a:lnSpc>
              <a:spcBef>
                <a:spcPts val="90"/>
              </a:spcBef>
            </a:pPr>
            <a:r>
              <a:rPr dirty="0" sz="1950" b="1">
                <a:solidFill>
                  <a:srgbClr val="92BD39"/>
                </a:solidFill>
                <a:latin typeface="Roboto"/>
                <a:cs typeface="Roboto"/>
              </a:rPr>
              <a:t>SQL</a:t>
            </a:r>
            <a:r>
              <a:rPr dirty="0" sz="1950" spc="70" b="1">
                <a:solidFill>
                  <a:srgbClr val="92BD39"/>
                </a:solidFill>
                <a:latin typeface="Roboto"/>
                <a:cs typeface="Roboto"/>
              </a:rPr>
              <a:t> </a:t>
            </a:r>
            <a:r>
              <a:rPr dirty="0" sz="1950" b="1">
                <a:solidFill>
                  <a:srgbClr val="92BD39"/>
                </a:solidFill>
                <a:latin typeface="Roboto"/>
                <a:cs typeface="Roboto"/>
              </a:rPr>
              <a:t>Server</a:t>
            </a:r>
            <a:r>
              <a:rPr dirty="0" sz="1950" spc="70" b="1">
                <a:solidFill>
                  <a:srgbClr val="92BD39"/>
                </a:solidFill>
                <a:latin typeface="Roboto"/>
                <a:cs typeface="Roboto"/>
              </a:rPr>
              <a:t> </a:t>
            </a:r>
            <a:r>
              <a:rPr dirty="0" sz="1950" spc="-20" b="1">
                <a:solidFill>
                  <a:srgbClr val="92BD39"/>
                </a:solidFill>
                <a:latin typeface="Roboto"/>
                <a:cs typeface="Roboto"/>
              </a:rPr>
              <a:t>Data </a:t>
            </a:r>
            <a:r>
              <a:rPr dirty="0" sz="1950" spc="-10" b="1">
                <a:solidFill>
                  <a:srgbClr val="92BD39"/>
                </a:solidFill>
                <a:latin typeface="Roboto"/>
                <a:cs typeface="Roboto"/>
              </a:rPr>
              <a:t>Sources</a:t>
            </a:r>
            <a:endParaRPr sz="1950">
              <a:latin typeface="Roboto"/>
              <a:cs typeface="Roboto"/>
            </a:endParaRPr>
          </a:p>
          <a:p>
            <a:pPr marR="5080">
              <a:lnSpc>
                <a:spcPct val="102600"/>
              </a:lnSpc>
              <a:spcBef>
                <a:spcPts val="1175"/>
              </a:spcBef>
            </a:pP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Options</a:t>
            </a:r>
            <a:r>
              <a:rPr dirty="0" sz="1450" spc="35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for</a:t>
            </a:r>
            <a:r>
              <a:rPr dirty="0" sz="1450" spc="40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474747"/>
                </a:solidFill>
                <a:latin typeface="Roboto"/>
                <a:cs typeface="Roboto"/>
              </a:rPr>
              <a:t>connecting </a:t>
            </a: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to</a:t>
            </a:r>
            <a:r>
              <a:rPr dirty="0" sz="1450" spc="-5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SQL</a:t>
            </a:r>
            <a:r>
              <a:rPr dirty="0" sz="1450" spc="-5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>
                <a:solidFill>
                  <a:srgbClr val="474747"/>
                </a:solidFill>
                <a:latin typeface="Roboto"/>
                <a:cs typeface="Roboto"/>
              </a:rPr>
              <a:t>Server</a:t>
            </a:r>
            <a:r>
              <a:rPr dirty="0" sz="1450" spc="-5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1450" spc="-10">
                <a:solidFill>
                  <a:srgbClr val="474747"/>
                </a:solidFill>
                <a:latin typeface="Roboto"/>
                <a:cs typeface="Roboto"/>
              </a:rPr>
              <a:t>databases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61428" y="13725742"/>
            <a:ext cx="2406015" cy="138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5080">
              <a:lnSpc>
                <a:spcPct val="100899"/>
              </a:lnSpc>
              <a:spcBef>
                <a:spcPts val="90"/>
              </a:spcBef>
            </a:pPr>
            <a:r>
              <a:rPr dirty="0" sz="2950" b="1">
                <a:solidFill>
                  <a:srgbClr val="474747"/>
                </a:solidFill>
                <a:latin typeface="Roboto"/>
                <a:cs typeface="Roboto"/>
              </a:rPr>
              <a:t>Power</a:t>
            </a:r>
            <a:r>
              <a:rPr dirty="0" sz="2950" spc="75" b="1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2950" b="1">
                <a:solidFill>
                  <a:srgbClr val="474747"/>
                </a:solidFill>
                <a:latin typeface="Roboto"/>
                <a:cs typeface="Roboto"/>
              </a:rPr>
              <a:t>BI</a:t>
            </a:r>
            <a:r>
              <a:rPr dirty="0" sz="2950" spc="85" b="1">
                <a:solidFill>
                  <a:srgbClr val="474747"/>
                </a:solidFill>
                <a:latin typeface="Roboto"/>
                <a:cs typeface="Roboto"/>
              </a:rPr>
              <a:t> </a:t>
            </a:r>
            <a:r>
              <a:rPr dirty="0" sz="2950" spc="-20" b="1">
                <a:solidFill>
                  <a:srgbClr val="474747"/>
                </a:solidFill>
                <a:latin typeface="Roboto"/>
                <a:cs typeface="Roboto"/>
              </a:rPr>
              <a:t>Data </a:t>
            </a:r>
            <a:r>
              <a:rPr dirty="0" sz="2950" spc="-10" b="1">
                <a:solidFill>
                  <a:srgbClr val="474747"/>
                </a:solidFill>
                <a:latin typeface="Roboto"/>
                <a:cs typeface="Roboto"/>
              </a:rPr>
              <a:t>Connectivity Overview</a:t>
            </a:r>
            <a:endParaRPr sz="2950">
              <a:latin typeface="Roboto"/>
              <a:cs typeface="Robot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371004" y="12079781"/>
            <a:ext cx="7339330" cy="3192145"/>
            <a:chOff x="4371004" y="12079781"/>
            <a:chExt cx="7339330" cy="3192145"/>
          </a:xfrm>
        </p:grpSpPr>
        <p:sp>
          <p:nvSpPr>
            <p:cNvPr id="14" name="object 14" descr=""/>
            <p:cNvSpPr/>
            <p:nvPr/>
          </p:nvSpPr>
          <p:spPr>
            <a:xfrm>
              <a:off x="4383600" y="12092377"/>
              <a:ext cx="5442585" cy="1988820"/>
            </a:xfrm>
            <a:custGeom>
              <a:avLst/>
              <a:gdLst/>
              <a:ahLst/>
              <a:cxnLst/>
              <a:rect l="l" t="t" r="r" b="b"/>
              <a:pathLst>
                <a:path w="5442584" h="1988819">
                  <a:moveTo>
                    <a:pt x="4341024" y="562939"/>
                  </a:moveTo>
                  <a:lnTo>
                    <a:pt x="4341024" y="865256"/>
                  </a:lnTo>
                  <a:lnTo>
                    <a:pt x="4252848" y="865256"/>
                  </a:lnTo>
                  <a:lnTo>
                    <a:pt x="4249707" y="828708"/>
                  </a:lnTo>
                  <a:lnTo>
                    <a:pt x="4240789" y="793367"/>
                  </a:lnTo>
                  <a:lnTo>
                    <a:pt x="4206542" y="729019"/>
                  </a:lnTo>
                  <a:lnTo>
                    <a:pt x="4153648" y="678864"/>
                  </a:lnTo>
                  <a:lnTo>
                    <a:pt x="4087571" y="648084"/>
                  </a:lnTo>
                  <a:lnTo>
                    <a:pt x="4015143" y="639862"/>
                  </a:lnTo>
                  <a:lnTo>
                    <a:pt x="3978997" y="644546"/>
                  </a:lnTo>
                  <a:lnTo>
                    <a:pt x="3910854" y="671076"/>
                  </a:lnTo>
                  <a:lnTo>
                    <a:pt x="3855008" y="717561"/>
                  </a:lnTo>
                  <a:lnTo>
                    <a:pt x="3818847" y="774664"/>
                  </a:lnTo>
                  <a:lnTo>
                    <a:pt x="3802037" y="834102"/>
                  </a:lnTo>
                  <a:lnTo>
                    <a:pt x="3799876" y="865130"/>
                  </a:lnTo>
                  <a:lnTo>
                    <a:pt x="1563988" y="865130"/>
                  </a:lnTo>
                  <a:lnTo>
                    <a:pt x="1560202" y="823946"/>
                  </a:lnTo>
                  <a:lnTo>
                    <a:pt x="1548998" y="784134"/>
                  </a:lnTo>
                  <a:lnTo>
                    <a:pt x="1530733" y="747226"/>
                  </a:lnTo>
                  <a:lnTo>
                    <a:pt x="1483040" y="691687"/>
                  </a:lnTo>
                  <a:lnTo>
                    <a:pt x="1420136" y="654239"/>
                  </a:lnTo>
                  <a:lnTo>
                    <a:pt x="1348580" y="638785"/>
                  </a:lnTo>
                  <a:lnTo>
                    <a:pt x="1311991" y="639892"/>
                  </a:lnTo>
                  <a:lnTo>
                    <a:pt x="1241284" y="659746"/>
                  </a:lnTo>
                  <a:lnTo>
                    <a:pt x="1180977" y="700831"/>
                  </a:lnTo>
                  <a:lnTo>
                    <a:pt x="1136620" y="759365"/>
                  </a:lnTo>
                  <a:lnTo>
                    <a:pt x="1113375" y="828535"/>
                  </a:lnTo>
                  <a:lnTo>
                    <a:pt x="1110386" y="865256"/>
                  </a:lnTo>
                  <a:lnTo>
                    <a:pt x="1022210" y="865256"/>
                  </a:lnTo>
                  <a:lnTo>
                    <a:pt x="1022210" y="562939"/>
                  </a:lnTo>
                  <a:lnTo>
                    <a:pt x="2543748" y="562939"/>
                  </a:lnTo>
                  <a:lnTo>
                    <a:pt x="2560722" y="582016"/>
                  </a:lnTo>
                  <a:lnTo>
                    <a:pt x="2579670" y="599013"/>
                  </a:lnTo>
                  <a:lnTo>
                    <a:pt x="2622734" y="626163"/>
                  </a:lnTo>
                  <a:lnTo>
                    <a:pt x="2670772" y="643021"/>
                  </a:lnTo>
                  <a:lnTo>
                    <a:pt x="2721359" y="648736"/>
                  </a:lnTo>
                  <a:lnTo>
                    <a:pt x="2746854" y="647299"/>
                  </a:lnTo>
                  <a:lnTo>
                    <a:pt x="2796402" y="635958"/>
                  </a:lnTo>
                  <a:lnTo>
                    <a:pt x="2842314" y="613779"/>
                  </a:lnTo>
                  <a:lnTo>
                    <a:pt x="2881997" y="582016"/>
                  </a:lnTo>
                  <a:lnTo>
                    <a:pt x="2898971" y="562939"/>
                  </a:lnTo>
                  <a:lnTo>
                    <a:pt x="4341024" y="562939"/>
                  </a:lnTo>
                  <a:close/>
                </a:path>
                <a:path w="5442584" h="1988819">
                  <a:moveTo>
                    <a:pt x="2721485" y="67643"/>
                  </a:moveTo>
                  <a:lnTo>
                    <a:pt x="2478624" y="216030"/>
                  </a:lnTo>
                  <a:lnTo>
                    <a:pt x="2610635" y="0"/>
                  </a:lnTo>
                  <a:lnTo>
                    <a:pt x="2721485" y="67643"/>
                  </a:lnTo>
                  <a:close/>
                </a:path>
                <a:path w="5442584" h="1988819">
                  <a:moveTo>
                    <a:pt x="3531695" y="562941"/>
                  </a:moveTo>
                  <a:lnTo>
                    <a:pt x="2951498" y="562941"/>
                  </a:lnTo>
                  <a:lnTo>
                    <a:pt x="2914464" y="540267"/>
                  </a:lnTo>
                  <a:lnTo>
                    <a:pt x="2928837" y="512644"/>
                  </a:lnTo>
                  <a:lnTo>
                    <a:pt x="2939250" y="483452"/>
                  </a:lnTo>
                  <a:lnTo>
                    <a:pt x="2945585" y="453113"/>
                  </a:lnTo>
                  <a:lnTo>
                    <a:pt x="2947723" y="422049"/>
                  </a:lnTo>
                  <a:lnTo>
                    <a:pt x="2945585" y="390984"/>
                  </a:lnTo>
                  <a:lnTo>
                    <a:pt x="2939250" y="360644"/>
                  </a:lnTo>
                  <a:lnTo>
                    <a:pt x="2928837" y="331453"/>
                  </a:lnTo>
                  <a:lnTo>
                    <a:pt x="2914464" y="303830"/>
                  </a:lnTo>
                  <a:lnTo>
                    <a:pt x="2990043" y="257978"/>
                  </a:lnTo>
                  <a:lnTo>
                    <a:pt x="2964094" y="215654"/>
                  </a:lnTo>
                  <a:lnTo>
                    <a:pt x="3531695" y="562941"/>
                  </a:lnTo>
                  <a:close/>
                </a:path>
                <a:path w="5442584" h="1988819">
                  <a:moveTo>
                    <a:pt x="5442214" y="1730513"/>
                  </a:moveTo>
                  <a:lnTo>
                    <a:pt x="5284506" y="1988365"/>
                  </a:lnTo>
                  <a:lnTo>
                    <a:pt x="3446668" y="865256"/>
                  </a:lnTo>
                  <a:lnTo>
                    <a:pt x="3799372" y="865256"/>
                  </a:lnTo>
                  <a:lnTo>
                    <a:pt x="3802333" y="901976"/>
                  </a:lnTo>
                  <a:lnTo>
                    <a:pt x="3811125" y="937505"/>
                  </a:lnTo>
                  <a:lnTo>
                    <a:pt x="3845284" y="1002244"/>
                  </a:lnTo>
                  <a:lnTo>
                    <a:pt x="3898289" y="1052726"/>
                  </a:lnTo>
                  <a:lnTo>
                    <a:pt x="3964616" y="1083690"/>
                  </a:lnTo>
                  <a:lnTo>
                    <a:pt x="4037350" y="1091909"/>
                  </a:lnTo>
                  <a:lnTo>
                    <a:pt x="4073640" y="1087151"/>
                  </a:lnTo>
                  <a:lnTo>
                    <a:pt x="4142002" y="1060333"/>
                  </a:lnTo>
                  <a:lnTo>
                    <a:pt x="4197897" y="1013435"/>
                  </a:lnTo>
                  <a:lnTo>
                    <a:pt x="4219593" y="983664"/>
                  </a:lnTo>
                  <a:lnTo>
                    <a:pt x="5330987" y="1662870"/>
                  </a:lnTo>
                  <a:lnTo>
                    <a:pt x="5442214" y="1730513"/>
                  </a:lnTo>
                  <a:close/>
                </a:path>
                <a:path w="5442584" h="1988819">
                  <a:moveTo>
                    <a:pt x="1995923" y="865256"/>
                  </a:moveTo>
                  <a:lnTo>
                    <a:pt x="157582" y="1988365"/>
                  </a:lnTo>
                  <a:lnTo>
                    <a:pt x="0" y="1730513"/>
                  </a:lnTo>
                  <a:lnTo>
                    <a:pt x="1167826" y="1016793"/>
                  </a:lnTo>
                  <a:lnTo>
                    <a:pt x="1192522" y="1040463"/>
                  </a:lnTo>
                  <a:lnTo>
                    <a:pt x="1220334" y="1060051"/>
                  </a:lnTo>
                  <a:lnTo>
                    <a:pt x="1250763" y="1075257"/>
                  </a:lnTo>
                  <a:lnTo>
                    <a:pt x="1283311" y="1085785"/>
                  </a:lnTo>
                  <a:lnTo>
                    <a:pt x="1317072" y="1091297"/>
                  </a:lnTo>
                  <a:lnTo>
                    <a:pt x="1351088" y="1091679"/>
                  </a:lnTo>
                  <a:lnTo>
                    <a:pt x="1384777" y="1086968"/>
                  </a:lnTo>
                  <a:lnTo>
                    <a:pt x="1448504" y="1062614"/>
                  </a:lnTo>
                  <a:lnTo>
                    <a:pt x="1501839" y="1020685"/>
                  </a:lnTo>
                  <a:lnTo>
                    <a:pt x="1540551" y="964511"/>
                  </a:lnTo>
                  <a:lnTo>
                    <a:pt x="1560743" y="899742"/>
                  </a:lnTo>
                  <a:lnTo>
                    <a:pt x="1563358" y="865634"/>
                  </a:lnTo>
                  <a:lnTo>
                    <a:pt x="1995923" y="865256"/>
                  </a:lnTo>
                  <a:close/>
                </a:path>
                <a:path w="5442584" h="1988819">
                  <a:moveTo>
                    <a:pt x="2989288" y="257977"/>
                  </a:moveTo>
                  <a:lnTo>
                    <a:pt x="2913708" y="303828"/>
                  </a:lnTo>
                  <a:lnTo>
                    <a:pt x="2886784" y="268185"/>
                  </a:lnTo>
                  <a:lnTo>
                    <a:pt x="2853735" y="238760"/>
                  </a:lnTo>
                  <a:lnTo>
                    <a:pt x="2815603" y="216311"/>
                  </a:lnTo>
                  <a:lnTo>
                    <a:pt x="2773427" y="201596"/>
                  </a:lnTo>
                  <a:lnTo>
                    <a:pt x="2729186" y="195431"/>
                  </a:lnTo>
                  <a:lnTo>
                    <a:pt x="2685010" y="197993"/>
                  </a:lnTo>
                  <a:lnTo>
                    <a:pt x="2642172" y="209083"/>
                  </a:lnTo>
                  <a:lnTo>
                    <a:pt x="2601944" y="228501"/>
                  </a:lnTo>
                  <a:lnTo>
                    <a:pt x="2566301" y="255426"/>
                  </a:lnTo>
                  <a:lnTo>
                    <a:pt x="2536876" y="288474"/>
                  </a:lnTo>
                  <a:lnTo>
                    <a:pt x="2514427" y="326607"/>
                  </a:lnTo>
                  <a:lnTo>
                    <a:pt x="2499711" y="368782"/>
                  </a:lnTo>
                  <a:lnTo>
                    <a:pt x="2493546" y="413024"/>
                  </a:lnTo>
                  <a:lnTo>
                    <a:pt x="2496109" y="457200"/>
                  </a:lnTo>
                  <a:lnTo>
                    <a:pt x="2507198" y="500038"/>
                  </a:lnTo>
                  <a:lnTo>
                    <a:pt x="2526616" y="540266"/>
                  </a:lnTo>
                  <a:lnTo>
                    <a:pt x="2489583" y="562939"/>
                  </a:lnTo>
                  <a:lnTo>
                    <a:pt x="1910141" y="562939"/>
                  </a:lnTo>
                  <a:lnTo>
                    <a:pt x="2476986" y="216282"/>
                  </a:lnTo>
                  <a:lnTo>
                    <a:pt x="2719973" y="67769"/>
                  </a:lnTo>
                  <a:lnTo>
                    <a:pt x="2830697" y="0"/>
                  </a:lnTo>
                  <a:lnTo>
                    <a:pt x="2964095" y="215652"/>
                  </a:lnTo>
                  <a:lnTo>
                    <a:pt x="2989288" y="257977"/>
                  </a:lnTo>
                  <a:close/>
                </a:path>
                <a:path w="5442584" h="1988819">
                  <a:moveTo>
                    <a:pt x="2832208" y="0"/>
                  </a:moveTo>
                  <a:lnTo>
                    <a:pt x="2721485" y="67769"/>
                  </a:lnTo>
                  <a:lnTo>
                    <a:pt x="2478497" y="216282"/>
                  </a:lnTo>
                  <a:lnTo>
                    <a:pt x="1911148" y="562939"/>
                  </a:lnTo>
                  <a:lnTo>
                    <a:pt x="2478623" y="216030"/>
                  </a:lnTo>
                  <a:lnTo>
                    <a:pt x="2721485" y="67643"/>
                  </a:lnTo>
                  <a:lnTo>
                    <a:pt x="2832208" y="0"/>
                  </a:lnTo>
                  <a:close/>
                </a:path>
              </a:pathLst>
            </a:custGeom>
            <a:ln w="25193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183351" y="12731022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475" y="226737"/>
                  </a:moveTo>
                  <a:lnTo>
                    <a:pt x="448869" y="272433"/>
                  </a:lnTo>
                  <a:lnTo>
                    <a:pt x="435657" y="314994"/>
                  </a:lnTo>
                  <a:lnTo>
                    <a:pt x="414752" y="353509"/>
                  </a:lnTo>
                  <a:lnTo>
                    <a:pt x="387065" y="387065"/>
                  </a:lnTo>
                  <a:lnTo>
                    <a:pt x="353509" y="414752"/>
                  </a:lnTo>
                  <a:lnTo>
                    <a:pt x="314994" y="435657"/>
                  </a:lnTo>
                  <a:lnTo>
                    <a:pt x="272433" y="448869"/>
                  </a:lnTo>
                  <a:lnTo>
                    <a:pt x="226737" y="453475"/>
                  </a:lnTo>
                  <a:lnTo>
                    <a:pt x="181042" y="448869"/>
                  </a:lnTo>
                  <a:lnTo>
                    <a:pt x="138481" y="435657"/>
                  </a:lnTo>
                  <a:lnTo>
                    <a:pt x="99966" y="414752"/>
                  </a:lnTo>
                  <a:lnTo>
                    <a:pt x="66410" y="387065"/>
                  </a:lnTo>
                  <a:lnTo>
                    <a:pt x="38723" y="353509"/>
                  </a:lnTo>
                  <a:lnTo>
                    <a:pt x="17818" y="314994"/>
                  </a:lnTo>
                  <a:lnTo>
                    <a:pt x="4606" y="272433"/>
                  </a:lnTo>
                  <a:lnTo>
                    <a:pt x="0" y="226737"/>
                  </a:lnTo>
                  <a:lnTo>
                    <a:pt x="4606" y="181042"/>
                  </a:lnTo>
                  <a:lnTo>
                    <a:pt x="17818" y="138481"/>
                  </a:lnTo>
                  <a:lnTo>
                    <a:pt x="38723" y="99966"/>
                  </a:lnTo>
                  <a:lnTo>
                    <a:pt x="66410" y="66410"/>
                  </a:lnTo>
                  <a:lnTo>
                    <a:pt x="99966" y="38723"/>
                  </a:lnTo>
                  <a:lnTo>
                    <a:pt x="138481" y="17818"/>
                  </a:lnTo>
                  <a:lnTo>
                    <a:pt x="181042" y="4606"/>
                  </a:lnTo>
                  <a:lnTo>
                    <a:pt x="226737" y="0"/>
                  </a:lnTo>
                  <a:lnTo>
                    <a:pt x="272433" y="4606"/>
                  </a:lnTo>
                  <a:lnTo>
                    <a:pt x="314994" y="17818"/>
                  </a:lnTo>
                  <a:lnTo>
                    <a:pt x="353509" y="38723"/>
                  </a:lnTo>
                  <a:lnTo>
                    <a:pt x="387065" y="66410"/>
                  </a:lnTo>
                  <a:lnTo>
                    <a:pt x="414752" y="99966"/>
                  </a:lnTo>
                  <a:lnTo>
                    <a:pt x="435657" y="138481"/>
                  </a:lnTo>
                  <a:lnTo>
                    <a:pt x="448869" y="181042"/>
                  </a:lnTo>
                  <a:lnTo>
                    <a:pt x="453475" y="226737"/>
                  </a:lnTo>
                  <a:close/>
                </a:path>
              </a:pathLst>
            </a:custGeom>
            <a:ln w="25193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878347" y="12287750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475" y="226737"/>
                  </a:moveTo>
                  <a:lnTo>
                    <a:pt x="448869" y="272433"/>
                  </a:lnTo>
                  <a:lnTo>
                    <a:pt x="435657" y="314994"/>
                  </a:lnTo>
                  <a:lnTo>
                    <a:pt x="414752" y="353509"/>
                  </a:lnTo>
                  <a:lnTo>
                    <a:pt x="387065" y="387065"/>
                  </a:lnTo>
                  <a:lnTo>
                    <a:pt x="353509" y="414752"/>
                  </a:lnTo>
                  <a:lnTo>
                    <a:pt x="314994" y="435657"/>
                  </a:lnTo>
                  <a:lnTo>
                    <a:pt x="272433" y="448869"/>
                  </a:lnTo>
                  <a:lnTo>
                    <a:pt x="226737" y="453475"/>
                  </a:lnTo>
                  <a:lnTo>
                    <a:pt x="181042" y="448869"/>
                  </a:lnTo>
                  <a:lnTo>
                    <a:pt x="138481" y="435657"/>
                  </a:lnTo>
                  <a:lnTo>
                    <a:pt x="99966" y="414752"/>
                  </a:lnTo>
                  <a:lnTo>
                    <a:pt x="66410" y="387065"/>
                  </a:lnTo>
                  <a:lnTo>
                    <a:pt x="38723" y="353509"/>
                  </a:lnTo>
                  <a:lnTo>
                    <a:pt x="17818" y="314994"/>
                  </a:lnTo>
                  <a:lnTo>
                    <a:pt x="4606" y="272433"/>
                  </a:lnTo>
                  <a:lnTo>
                    <a:pt x="0" y="226737"/>
                  </a:lnTo>
                  <a:lnTo>
                    <a:pt x="4606" y="181042"/>
                  </a:lnTo>
                  <a:lnTo>
                    <a:pt x="17818" y="138481"/>
                  </a:lnTo>
                  <a:lnTo>
                    <a:pt x="38723" y="99966"/>
                  </a:lnTo>
                  <a:lnTo>
                    <a:pt x="66410" y="66410"/>
                  </a:lnTo>
                  <a:lnTo>
                    <a:pt x="99966" y="38723"/>
                  </a:lnTo>
                  <a:lnTo>
                    <a:pt x="138481" y="17818"/>
                  </a:lnTo>
                  <a:lnTo>
                    <a:pt x="181042" y="4606"/>
                  </a:lnTo>
                  <a:lnTo>
                    <a:pt x="226737" y="0"/>
                  </a:lnTo>
                  <a:lnTo>
                    <a:pt x="272433" y="4606"/>
                  </a:lnTo>
                  <a:lnTo>
                    <a:pt x="314994" y="17818"/>
                  </a:lnTo>
                  <a:lnTo>
                    <a:pt x="353509" y="38723"/>
                  </a:lnTo>
                  <a:lnTo>
                    <a:pt x="387065" y="66410"/>
                  </a:lnTo>
                  <a:lnTo>
                    <a:pt x="414752" y="99966"/>
                  </a:lnTo>
                  <a:lnTo>
                    <a:pt x="435657" y="138481"/>
                  </a:lnTo>
                  <a:lnTo>
                    <a:pt x="448869" y="181042"/>
                  </a:lnTo>
                  <a:lnTo>
                    <a:pt x="453475" y="226737"/>
                  </a:lnTo>
                  <a:close/>
                </a:path>
              </a:pathLst>
            </a:custGeom>
            <a:ln w="25193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494112" y="12731022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453475" y="226737"/>
                  </a:moveTo>
                  <a:lnTo>
                    <a:pt x="448869" y="272433"/>
                  </a:lnTo>
                  <a:lnTo>
                    <a:pt x="435657" y="314994"/>
                  </a:lnTo>
                  <a:lnTo>
                    <a:pt x="414752" y="353509"/>
                  </a:lnTo>
                  <a:lnTo>
                    <a:pt x="387065" y="387065"/>
                  </a:lnTo>
                  <a:lnTo>
                    <a:pt x="353509" y="414752"/>
                  </a:lnTo>
                  <a:lnTo>
                    <a:pt x="314994" y="435657"/>
                  </a:lnTo>
                  <a:lnTo>
                    <a:pt x="272433" y="448869"/>
                  </a:lnTo>
                  <a:lnTo>
                    <a:pt x="226737" y="453475"/>
                  </a:lnTo>
                  <a:lnTo>
                    <a:pt x="181042" y="448869"/>
                  </a:lnTo>
                  <a:lnTo>
                    <a:pt x="138481" y="435657"/>
                  </a:lnTo>
                  <a:lnTo>
                    <a:pt x="99966" y="414752"/>
                  </a:lnTo>
                  <a:lnTo>
                    <a:pt x="66410" y="387065"/>
                  </a:lnTo>
                  <a:lnTo>
                    <a:pt x="38723" y="353509"/>
                  </a:lnTo>
                  <a:lnTo>
                    <a:pt x="17818" y="314994"/>
                  </a:lnTo>
                  <a:lnTo>
                    <a:pt x="4606" y="272433"/>
                  </a:lnTo>
                  <a:lnTo>
                    <a:pt x="0" y="226737"/>
                  </a:lnTo>
                  <a:lnTo>
                    <a:pt x="4606" y="181042"/>
                  </a:lnTo>
                  <a:lnTo>
                    <a:pt x="17818" y="138481"/>
                  </a:lnTo>
                  <a:lnTo>
                    <a:pt x="38723" y="99966"/>
                  </a:lnTo>
                  <a:lnTo>
                    <a:pt x="66410" y="66410"/>
                  </a:lnTo>
                  <a:lnTo>
                    <a:pt x="99966" y="38723"/>
                  </a:lnTo>
                  <a:lnTo>
                    <a:pt x="138481" y="17818"/>
                  </a:lnTo>
                  <a:lnTo>
                    <a:pt x="181042" y="4606"/>
                  </a:lnTo>
                  <a:lnTo>
                    <a:pt x="226737" y="0"/>
                  </a:lnTo>
                  <a:lnTo>
                    <a:pt x="272433" y="4606"/>
                  </a:lnTo>
                  <a:lnTo>
                    <a:pt x="314994" y="17818"/>
                  </a:lnTo>
                  <a:lnTo>
                    <a:pt x="353509" y="38723"/>
                  </a:lnTo>
                  <a:lnTo>
                    <a:pt x="387065" y="66410"/>
                  </a:lnTo>
                  <a:lnTo>
                    <a:pt x="414752" y="99966"/>
                  </a:lnTo>
                  <a:lnTo>
                    <a:pt x="435657" y="138481"/>
                  </a:lnTo>
                  <a:lnTo>
                    <a:pt x="448869" y="181042"/>
                  </a:lnTo>
                  <a:lnTo>
                    <a:pt x="453475" y="226737"/>
                  </a:lnTo>
                  <a:close/>
                </a:path>
              </a:pathLst>
            </a:custGeom>
            <a:ln w="25193">
              <a:solidFill>
                <a:srgbClr val="47474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354367" y="15120222"/>
              <a:ext cx="1355725" cy="151765"/>
            </a:xfrm>
            <a:custGeom>
              <a:avLst/>
              <a:gdLst/>
              <a:ahLst/>
              <a:cxnLst/>
              <a:rect l="l" t="t" r="r" b="b"/>
              <a:pathLst>
                <a:path w="1355725" h="151765">
                  <a:moveTo>
                    <a:pt x="737465" y="43800"/>
                  </a:moveTo>
                  <a:lnTo>
                    <a:pt x="737464" y="3044"/>
                  </a:lnTo>
                  <a:lnTo>
                    <a:pt x="738296" y="1594"/>
                  </a:lnTo>
                  <a:lnTo>
                    <a:pt x="741025" y="0"/>
                  </a:lnTo>
                  <a:lnTo>
                    <a:pt x="742675" y="0"/>
                  </a:lnTo>
                  <a:lnTo>
                    <a:pt x="778731" y="20269"/>
                  </a:lnTo>
                  <a:lnTo>
                    <a:pt x="737465" y="43800"/>
                  </a:lnTo>
                  <a:close/>
                </a:path>
                <a:path w="1355725" h="151765">
                  <a:moveTo>
                    <a:pt x="737465" y="88580"/>
                  </a:moveTo>
                  <a:lnTo>
                    <a:pt x="737465" y="57782"/>
                  </a:lnTo>
                  <a:lnTo>
                    <a:pt x="791000" y="27286"/>
                  </a:lnTo>
                  <a:lnTo>
                    <a:pt x="817969" y="42679"/>
                  </a:lnTo>
                  <a:lnTo>
                    <a:pt x="737465" y="88580"/>
                  </a:lnTo>
                  <a:close/>
                </a:path>
                <a:path w="1355725" h="151765">
                  <a:moveTo>
                    <a:pt x="742870" y="129746"/>
                  </a:moveTo>
                  <a:lnTo>
                    <a:pt x="740873" y="129746"/>
                  </a:lnTo>
                  <a:lnTo>
                    <a:pt x="738307" y="128250"/>
                  </a:lnTo>
                  <a:lnTo>
                    <a:pt x="737474" y="126795"/>
                  </a:lnTo>
                  <a:lnTo>
                    <a:pt x="737477" y="102777"/>
                  </a:lnTo>
                  <a:lnTo>
                    <a:pt x="830251" y="49884"/>
                  </a:lnTo>
                  <a:lnTo>
                    <a:pt x="851686" y="62004"/>
                  </a:lnTo>
                  <a:lnTo>
                    <a:pt x="852540" y="63469"/>
                  </a:lnTo>
                  <a:lnTo>
                    <a:pt x="852540" y="66644"/>
                  </a:lnTo>
                  <a:lnTo>
                    <a:pt x="851686" y="68109"/>
                  </a:lnTo>
                  <a:lnTo>
                    <a:pt x="742870" y="129746"/>
                  </a:lnTo>
                  <a:close/>
                </a:path>
                <a:path w="1355725" h="151765">
                  <a:moveTo>
                    <a:pt x="776579" y="151659"/>
                  </a:moveTo>
                  <a:lnTo>
                    <a:pt x="773549" y="150844"/>
                  </a:lnTo>
                  <a:lnTo>
                    <a:pt x="772365" y="149663"/>
                  </a:lnTo>
                  <a:lnTo>
                    <a:pt x="766966" y="129746"/>
                  </a:lnTo>
                  <a:lnTo>
                    <a:pt x="844850" y="85368"/>
                  </a:lnTo>
                  <a:lnTo>
                    <a:pt x="778196" y="151231"/>
                  </a:lnTo>
                  <a:lnTo>
                    <a:pt x="776579" y="151659"/>
                  </a:lnTo>
                  <a:close/>
                </a:path>
                <a:path w="1355725" h="151765">
                  <a:moveTo>
                    <a:pt x="526170" y="28974"/>
                  </a:moveTo>
                  <a:lnTo>
                    <a:pt x="515161" y="28974"/>
                  </a:lnTo>
                  <a:lnTo>
                    <a:pt x="510689" y="24565"/>
                  </a:lnTo>
                  <a:lnTo>
                    <a:pt x="510689" y="13656"/>
                  </a:lnTo>
                  <a:lnTo>
                    <a:pt x="515161" y="9247"/>
                  </a:lnTo>
                  <a:lnTo>
                    <a:pt x="526170" y="9247"/>
                  </a:lnTo>
                  <a:lnTo>
                    <a:pt x="530642" y="13656"/>
                  </a:lnTo>
                  <a:lnTo>
                    <a:pt x="530642" y="24565"/>
                  </a:lnTo>
                  <a:lnTo>
                    <a:pt x="526170" y="28974"/>
                  </a:lnTo>
                  <a:close/>
                </a:path>
                <a:path w="1355725" h="151765">
                  <a:moveTo>
                    <a:pt x="1271521" y="28974"/>
                  </a:moveTo>
                  <a:lnTo>
                    <a:pt x="1260511" y="28974"/>
                  </a:lnTo>
                  <a:lnTo>
                    <a:pt x="1256040" y="24565"/>
                  </a:lnTo>
                  <a:lnTo>
                    <a:pt x="1256040" y="13656"/>
                  </a:lnTo>
                  <a:lnTo>
                    <a:pt x="1260511" y="9247"/>
                  </a:lnTo>
                  <a:lnTo>
                    <a:pt x="1271521" y="9247"/>
                  </a:lnTo>
                  <a:lnTo>
                    <a:pt x="1275993" y="13656"/>
                  </a:lnTo>
                  <a:lnTo>
                    <a:pt x="1275993" y="24565"/>
                  </a:lnTo>
                  <a:lnTo>
                    <a:pt x="1271521" y="28974"/>
                  </a:lnTo>
                  <a:close/>
                </a:path>
                <a:path w="1355725" h="151765">
                  <a:moveTo>
                    <a:pt x="124164" y="64697"/>
                  </a:moveTo>
                  <a:lnTo>
                    <a:pt x="110005" y="57076"/>
                  </a:lnTo>
                  <a:lnTo>
                    <a:pt x="126376" y="40052"/>
                  </a:lnTo>
                  <a:lnTo>
                    <a:pt x="147433" y="36968"/>
                  </a:lnTo>
                  <a:lnTo>
                    <a:pt x="165613" y="45242"/>
                  </a:lnTo>
                  <a:lnTo>
                    <a:pt x="168344" y="51257"/>
                  </a:lnTo>
                  <a:lnTo>
                    <a:pt x="134203" y="51257"/>
                  </a:lnTo>
                  <a:lnTo>
                    <a:pt x="128711" y="55729"/>
                  </a:lnTo>
                  <a:lnTo>
                    <a:pt x="124234" y="64559"/>
                  </a:lnTo>
                  <a:lnTo>
                    <a:pt x="124164" y="64697"/>
                  </a:lnTo>
                  <a:close/>
                </a:path>
                <a:path w="1355725" h="151765">
                  <a:moveTo>
                    <a:pt x="146472" y="116835"/>
                  </a:moveTo>
                  <a:lnTo>
                    <a:pt x="133662" y="116835"/>
                  </a:lnTo>
                  <a:lnTo>
                    <a:pt x="122825" y="115019"/>
                  </a:lnTo>
                  <a:lnTo>
                    <a:pt x="113877" y="109812"/>
                  </a:lnTo>
                  <a:lnTo>
                    <a:pt x="108194" y="101718"/>
                  </a:lnTo>
                  <a:lnTo>
                    <a:pt x="108092" y="101572"/>
                  </a:lnTo>
                  <a:lnTo>
                    <a:pt x="106743" y="90659"/>
                  </a:lnTo>
                  <a:lnTo>
                    <a:pt x="109776" y="81636"/>
                  </a:lnTo>
                  <a:lnTo>
                    <a:pt x="115656" y="75233"/>
                  </a:lnTo>
                  <a:lnTo>
                    <a:pt x="122900" y="71105"/>
                  </a:lnTo>
                  <a:lnTo>
                    <a:pt x="130021" y="68905"/>
                  </a:lnTo>
                  <a:lnTo>
                    <a:pt x="157356" y="64559"/>
                  </a:lnTo>
                  <a:lnTo>
                    <a:pt x="157356" y="57769"/>
                  </a:lnTo>
                  <a:lnTo>
                    <a:pt x="153703" y="52517"/>
                  </a:lnTo>
                  <a:lnTo>
                    <a:pt x="134203" y="51257"/>
                  </a:lnTo>
                  <a:lnTo>
                    <a:pt x="168344" y="51257"/>
                  </a:lnTo>
                  <a:lnTo>
                    <a:pt x="173353" y="62291"/>
                  </a:lnTo>
                  <a:lnTo>
                    <a:pt x="173353" y="79272"/>
                  </a:lnTo>
                  <a:lnTo>
                    <a:pt x="157356" y="79272"/>
                  </a:lnTo>
                  <a:lnTo>
                    <a:pt x="134480" y="83013"/>
                  </a:lnTo>
                  <a:lnTo>
                    <a:pt x="129294" y="84260"/>
                  </a:lnTo>
                  <a:lnTo>
                    <a:pt x="129093" y="84260"/>
                  </a:lnTo>
                  <a:lnTo>
                    <a:pt x="122451" y="87333"/>
                  </a:lnTo>
                  <a:lnTo>
                    <a:pt x="132249" y="101718"/>
                  </a:lnTo>
                  <a:lnTo>
                    <a:pt x="173353" y="101718"/>
                  </a:lnTo>
                  <a:lnTo>
                    <a:pt x="173353" y="109163"/>
                  </a:lnTo>
                  <a:lnTo>
                    <a:pt x="157356" y="109163"/>
                  </a:lnTo>
                  <a:lnTo>
                    <a:pt x="153879" y="111695"/>
                  </a:lnTo>
                  <a:lnTo>
                    <a:pt x="146472" y="116835"/>
                  </a:lnTo>
                  <a:close/>
                </a:path>
                <a:path w="1355725" h="151765">
                  <a:moveTo>
                    <a:pt x="173353" y="101718"/>
                  </a:moveTo>
                  <a:lnTo>
                    <a:pt x="140284" y="101718"/>
                  </a:lnTo>
                  <a:lnTo>
                    <a:pt x="147039" y="99300"/>
                  </a:lnTo>
                  <a:lnTo>
                    <a:pt x="156575" y="93279"/>
                  </a:lnTo>
                  <a:lnTo>
                    <a:pt x="157431" y="84260"/>
                  </a:lnTo>
                  <a:lnTo>
                    <a:pt x="157356" y="79272"/>
                  </a:lnTo>
                  <a:lnTo>
                    <a:pt x="173353" y="79272"/>
                  </a:lnTo>
                  <a:lnTo>
                    <a:pt x="173353" y="101718"/>
                  </a:lnTo>
                  <a:close/>
                </a:path>
                <a:path w="1355725" h="151765">
                  <a:moveTo>
                    <a:pt x="173353" y="115285"/>
                  </a:moveTo>
                  <a:lnTo>
                    <a:pt x="157356" y="115285"/>
                  </a:lnTo>
                  <a:lnTo>
                    <a:pt x="157356" y="109163"/>
                  </a:lnTo>
                  <a:lnTo>
                    <a:pt x="173353" y="109163"/>
                  </a:lnTo>
                  <a:lnTo>
                    <a:pt x="173353" y="115285"/>
                  </a:lnTo>
                  <a:close/>
                </a:path>
                <a:path w="1355725" h="151765">
                  <a:moveTo>
                    <a:pt x="1023457" y="64697"/>
                  </a:moveTo>
                  <a:lnTo>
                    <a:pt x="1009298" y="57076"/>
                  </a:lnTo>
                  <a:lnTo>
                    <a:pt x="1025669" y="40052"/>
                  </a:lnTo>
                  <a:lnTo>
                    <a:pt x="1046726" y="36968"/>
                  </a:lnTo>
                  <a:lnTo>
                    <a:pt x="1064906" y="45242"/>
                  </a:lnTo>
                  <a:lnTo>
                    <a:pt x="1067637" y="51257"/>
                  </a:lnTo>
                  <a:lnTo>
                    <a:pt x="1033496" y="51257"/>
                  </a:lnTo>
                  <a:lnTo>
                    <a:pt x="1028004" y="55729"/>
                  </a:lnTo>
                  <a:lnTo>
                    <a:pt x="1023527" y="64559"/>
                  </a:lnTo>
                  <a:lnTo>
                    <a:pt x="1023457" y="64697"/>
                  </a:lnTo>
                  <a:close/>
                </a:path>
                <a:path w="1355725" h="151765">
                  <a:moveTo>
                    <a:pt x="1045765" y="116835"/>
                  </a:moveTo>
                  <a:lnTo>
                    <a:pt x="1032955" y="116835"/>
                  </a:lnTo>
                  <a:lnTo>
                    <a:pt x="1022118" y="115019"/>
                  </a:lnTo>
                  <a:lnTo>
                    <a:pt x="1013170" y="109812"/>
                  </a:lnTo>
                  <a:lnTo>
                    <a:pt x="1007487" y="101718"/>
                  </a:lnTo>
                  <a:lnTo>
                    <a:pt x="1007385" y="101572"/>
                  </a:lnTo>
                  <a:lnTo>
                    <a:pt x="1006036" y="90659"/>
                  </a:lnTo>
                  <a:lnTo>
                    <a:pt x="1009069" y="81636"/>
                  </a:lnTo>
                  <a:lnTo>
                    <a:pt x="1014949" y="75233"/>
                  </a:lnTo>
                  <a:lnTo>
                    <a:pt x="1022193" y="71105"/>
                  </a:lnTo>
                  <a:lnTo>
                    <a:pt x="1029314" y="68905"/>
                  </a:lnTo>
                  <a:lnTo>
                    <a:pt x="1056649" y="64559"/>
                  </a:lnTo>
                  <a:lnTo>
                    <a:pt x="1056649" y="57769"/>
                  </a:lnTo>
                  <a:lnTo>
                    <a:pt x="1052996" y="52517"/>
                  </a:lnTo>
                  <a:lnTo>
                    <a:pt x="1033496" y="51257"/>
                  </a:lnTo>
                  <a:lnTo>
                    <a:pt x="1067637" y="51257"/>
                  </a:lnTo>
                  <a:lnTo>
                    <a:pt x="1072646" y="62291"/>
                  </a:lnTo>
                  <a:lnTo>
                    <a:pt x="1072646" y="79272"/>
                  </a:lnTo>
                  <a:lnTo>
                    <a:pt x="1056636" y="79272"/>
                  </a:lnTo>
                  <a:lnTo>
                    <a:pt x="1033761" y="83013"/>
                  </a:lnTo>
                  <a:lnTo>
                    <a:pt x="1028574" y="84260"/>
                  </a:lnTo>
                  <a:lnTo>
                    <a:pt x="1028373" y="84260"/>
                  </a:lnTo>
                  <a:lnTo>
                    <a:pt x="1021731" y="87333"/>
                  </a:lnTo>
                  <a:lnTo>
                    <a:pt x="1022256" y="93279"/>
                  </a:lnTo>
                  <a:lnTo>
                    <a:pt x="1022348" y="94325"/>
                  </a:lnTo>
                  <a:lnTo>
                    <a:pt x="1025297" y="99300"/>
                  </a:lnTo>
                  <a:lnTo>
                    <a:pt x="1025384" y="99445"/>
                  </a:lnTo>
                  <a:lnTo>
                    <a:pt x="1031529" y="101718"/>
                  </a:lnTo>
                  <a:lnTo>
                    <a:pt x="1072646" y="101718"/>
                  </a:lnTo>
                  <a:lnTo>
                    <a:pt x="1072646" y="109163"/>
                  </a:lnTo>
                  <a:lnTo>
                    <a:pt x="1056649" y="109163"/>
                  </a:lnTo>
                  <a:lnTo>
                    <a:pt x="1053172" y="111695"/>
                  </a:lnTo>
                  <a:lnTo>
                    <a:pt x="1045765" y="116835"/>
                  </a:lnTo>
                  <a:close/>
                </a:path>
                <a:path w="1355725" h="151765">
                  <a:moveTo>
                    <a:pt x="1072646" y="101718"/>
                  </a:moveTo>
                  <a:lnTo>
                    <a:pt x="1039565" y="101718"/>
                  </a:lnTo>
                  <a:lnTo>
                    <a:pt x="1046320" y="99300"/>
                  </a:lnTo>
                  <a:lnTo>
                    <a:pt x="1055868" y="93279"/>
                  </a:lnTo>
                  <a:lnTo>
                    <a:pt x="1056724" y="84260"/>
                  </a:lnTo>
                  <a:lnTo>
                    <a:pt x="1056649" y="79272"/>
                  </a:lnTo>
                  <a:lnTo>
                    <a:pt x="1072646" y="79272"/>
                  </a:lnTo>
                  <a:lnTo>
                    <a:pt x="1072646" y="101718"/>
                  </a:lnTo>
                  <a:close/>
                </a:path>
                <a:path w="1355725" h="151765">
                  <a:moveTo>
                    <a:pt x="1072646" y="115285"/>
                  </a:moveTo>
                  <a:lnTo>
                    <a:pt x="1056649" y="115285"/>
                  </a:lnTo>
                  <a:lnTo>
                    <a:pt x="1056649" y="109163"/>
                  </a:lnTo>
                  <a:lnTo>
                    <a:pt x="1072646" y="109163"/>
                  </a:lnTo>
                  <a:lnTo>
                    <a:pt x="1072646" y="115285"/>
                  </a:lnTo>
                  <a:close/>
                </a:path>
                <a:path w="1355725" h="151765">
                  <a:moveTo>
                    <a:pt x="1197881" y="115285"/>
                  </a:moveTo>
                  <a:lnTo>
                    <a:pt x="1182186" y="115285"/>
                  </a:lnTo>
                  <a:lnTo>
                    <a:pt x="1182186" y="8857"/>
                  </a:lnTo>
                  <a:lnTo>
                    <a:pt x="1197881" y="8857"/>
                  </a:lnTo>
                  <a:lnTo>
                    <a:pt x="1197881" y="70517"/>
                  </a:lnTo>
                  <a:lnTo>
                    <a:pt x="1220596" y="70517"/>
                  </a:lnTo>
                  <a:lnTo>
                    <a:pt x="1228691" y="81186"/>
                  </a:lnTo>
                  <a:lnTo>
                    <a:pt x="1208803" y="81186"/>
                  </a:lnTo>
                  <a:lnTo>
                    <a:pt x="1197881" y="91818"/>
                  </a:lnTo>
                  <a:lnTo>
                    <a:pt x="1197881" y="115285"/>
                  </a:lnTo>
                  <a:close/>
                </a:path>
                <a:path w="1355725" h="151765">
                  <a:moveTo>
                    <a:pt x="1220596" y="70517"/>
                  </a:moveTo>
                  <a:lnTo>
                    <a:pt x="1197881" y="70517"/>
                  </a:lnTo>
                  <a:lnTo>
                    <a:pt x="1231640" y="38282"/>
                  </a:lnTo>
                  <a:lnTo>
                    <a:pt x="1253533" y="38282"/>
                  </a:lnTo>
                  <a:lnTo>
                    <a:pt x="1220366" y="70215"/>
                  </a:lnTo>
                  <a:lnTo>
                    <a:pt x="1220596" y="70517"/>
                  </a:lnTo>
                  <a:close/>
                </a:path>
                <a:path w="1355725" h="151765">
                  <a:moveTo>
                    <a:pt x="1254566" y="115285"/>
                  </a:moveTo>
                  <a:lnTo>
                    <a:pt x="1234966" y="115285"/>
                  </a:lnTo>
                  <a:lnTo>
                    <a:pt x="1208803" y="81186"/>
                  </a:lnTo>
                  <a:lnTo>
                    <a:pt x="1228691" y="81186"/>
                  </a:lnTo>
                  <a:lnTo>
                    <a:pt x="1254566" y="115285"/>
                  </a:lnTo>
                  <a:close/>
                </a:path>
                <a:path w="1355725" h="151765">
                  <a:moveTo>
                    <a:pt x="1274128" y="115285"/>
                  </a:moveTo>
                  <a:lnTo>
                    <a:pt x="1258320" y="115285"/>
                  </a:lnTo>
                  <a:lnTo>
                    <a:pt x="1258320" y="38282"/>
                  </a:lnTo>
                  <a:lnTo>
                    <a:pt x="1274128" y="38282"/>
                  </a:lnTo>
                  <a:lnTo>
                    <a:pt x="1274128" y="115285"/>
                  </a:lnTo>
                  <a:close/>
                </a:path>
                <a:path w="1355725" h="151765">
                  <a:moveTo>
                    <a:pt x="528412" y="115285"/>
                  </a:moveTo>
                  <a:lnTo>
                    <a:pt x="512604" y="115285"/>
                  </a:lnTo>
                  <a:lnTo>
                    <a:pt x="512604" y="38282"/>
                  </a:lnTo>
                  <a:lnTo>
                    <a:pt x="528412" y="38282"/>
                  </a:lnTo>
                  <a:lnTo>
                    <a:pt x="528412" y="115285"/>
                  </a:lnTo>
                  <a:close/>
                </a:path>
                <a:path w="1355725" h="151765">
                  <a:moveTo>
                    <a:pt x="614560" y="115273"/>
                  </a:moveTo>
                  <a:lnTo>
                    <a:pt x="598751" y="115273"/>
                  </a:lnTo>
                  <a:lnTo>
                    <a:pt x="598751" y="8832"/>
                  </a:lnTo>
                  <a:lnTo>
                    <a:pt x="614560" y="8832"/>
                  </a:lnTo>
                  <a:lnTo>
                    <a:pt x="614560" y="42779"/>
                  </a:lnTo>
                  <a:lnTo>
                    <a:pt x="651225" y="42779"/>
                  </a:lnTo>
                  <a:lnTo>
                    <a:pt x="655505" y="45636"/>
                  </a:lnTo>
                  <a:lnTo>
                    <a:pt x="659674" y="52050"/>
                  </a:lnTo>
                  <a:lnTo>
                    <a:pt x="619271" y="52050"/>
                  </a:lnTo>
                  <a:lnTo>
                    <a:pt x="614560" y="61573"/>
                  </a:lnTo>
                  <a:lnTo>
                    <a:pt x="614560" y="115273"/>
                  </a:lnTo>
                  <a:close/>
                </a:path>
                <a:path w="1355725" h="151765">
                  <a:moveTo>
                    <a:pt x="651225" y="42779"/>
                  </a:moveTo>
                  <a:lnTo>
                    <a:pt x="614560" y="42779"/>
                  </a:lnTo>
                  <a:lnTo>
                    <a:pt x="619108" y="38421"/>
                  </a:lnTo>
                  <a:lnTo>
                    <a:pt x="627157" y="36670"/>
                  </a:lnTo>
                  <a:lnTo>
                    <a:pt x="633077" y="36670"/>
                  </a:lnTo>
                  <a:lnTo>
                    <a:pt x="645665" y="39069"/>
                  </a:lnTo>
                  <a:lnTo>
                    <a:pt x="651225" y="42779"/>
                  </a:lnTo>
                  <a:close/>
                </a:path>
                <a:path w="1355725" h="151765">
                  <a:moveTo>
                    <a:pt x="664027" y="115273"/>
                  </a:moveTo>
                  <a:lnTo>
                    <a:pt x="648029" y="115273"/>
                  </a:lnTo>
                  <a:lnTo>
                    <a:pt x="648029" y="63778"/>
                  </a:lnTo>
                  <a:lnTo>
                    <a:pt x="645334" y="52050"/>
                  </a:lnTo>
                  <a:lnTo>
                    <a:pt x="659674" y="52050"/>
                  </a:lnTo>
                  <a:lnTo>
                    <a:pt x="661869" y="55429"/>
                  </a:lnTo>
                  <a:lnTo>
                    <a:pt x="664027" y="67506"/>
                  </a:lnTo>
                  <a:lnTo>
                    <a:pt x="664027" y="115273"/>
                  </a:lnTo>
                  <a:close/>
                </a:path>
                <a:path w="1355725" h="151765">
                  <a:moveTo>
                    <a:pt x="568041" y="38333"/>
                  </a:moveTo>
                  <a:lnTo>
                    <a:pt x="549745" y="38333"/>
                  </a:lnTo>
                  <a:lnTo>
                    <a:pt x="552283" y="35795"/>
                  </a:lnTo>
                  <a:lnTo>
                    <a:pt x="552283" y="21894"/>
                  </a:lnTo>
                  <a:lnTo>
                    <a:pt x="568041" y="21894"/>
                  </a:lnTo>
                  <a:lnTo>
                    <a:pt x="568041" y="38333"/>
                  </a:lnTo>
                  <a:close/>
                </a:path>
                <a:path w="1355725" h="151765">
                  <a:moveTo>
                    <a:pt x="584530" y="53638"/>
                  </a:moveTo>
                  <a:lnTo>
                    <a:pt x="538792" y="53638"/>
                  </a:lnTo>
                  <a:lnTo>
                    <a:pt x="538792" y="38333"/>
                  </a:lnTo>
                  <a:lnTo>
                    <a:pt x="584530" y="38333"/>
                  </a:lnTo>
                  <a:lnTo>
                    <a:pt x="584530" y="53638"/>
                  </a:lnTo>
                  <a:close/>
                </a:path>
                <a:path w="1355725" h="151765">
                  <a:moveTo>
                    <a:pt x="580927" y="116028"/>
                  </a:moveTo>
                  <a:lnTo>
                    <a:pt x="574679" y="116028"/>
                  </a:lnTo>
                  <a:lnTo>
                    <a:pt x="563753" y="113815"/>
                  </a:lnTo>
                  <a:lnTo>
                    <a:pt x="556884" y="108248"/>
                  </a:lnTo>
                  <a:lnTo>
                    <a:pt x="553425" y="101164"/>
                  </a:lnTo>
                  <a:lnTo>
                    <a:pt x="553316" y="100941"/>
                  </a:lnTo>
                  <a:lnTo>
                    <a:pt x="552295" y="93506"/>
                  </a:lnTo>
                  <a:lnTo>
                    <a:pt x="552295" y="53638"/>
                  </a:lnTo>
                  <a:lnTo>
                    <a:pt x="568041" y="53638"/>
                  </a:lnTo>
                  <a:lnTo>
                    <a:pt x="568041" y="96491"/>
                  </a:lnTo>
                  <a:lnTo>
                    <a:pt x="569114" y="100283"/>
                  </a:lnTo>
                  <a:lnTo>
                    <a:pt x="569239" y="100724"/>
                  </a:lnTo>
                  <a:lnTo>
                    <a:pt x="569364" y="101164"/>
                  </a:lnTo>
                  <a:lnTo>
                    <a:pt x="585475" y="101164"/>
                  </a:lnTo>
                  <a:lnTo>
                    <a:pt x="585475" y="114605"/>
                  </a:lnTo>
                  <a:lnTo>
                    <a:pt x="580927" y="116028"/>
                  </a:lnTo>
                  <a:close/>
                </a:path>
                <a:path w="1355725" h="151765">
                  <a:moveTo>
                    <a:pt x="585475" y="101164"/>
                  </a:moveTo>
                  <a:lnTo>
                    <a:pt x="580801" y="101164"/>
                  </a:lnTo>
                  <a:lnTo>
                    <a:pt x="582892" y="100724"/>
                  </a:lnTo>
                  <a:lnTo>
                    <a:pt x="585475" y="100283"/>
                  </a:lnTo>
                  <a:lnTo>
                    <a:pt x="585475" y="101164"/>
                  </a:lnTo>
                  <a:close/>
                </a:path>
                <a:path w="1355725" h="151765">
                  <a:moveTo>
                    <a:pt x="433951" y="115247"/>
                  </a:moveTo>
                  <a:lnTo>
                    <a:pt x="419780" y="115247"/>
                  </a:lnTo>
                  <a:lnTo>
                    <a:pt x="392181" y="38333"/>
                  </a:lnTo>
                  <a:lnTo>
                    <a:pt x="409728" y="38333"/>
                  </a:lnTo>
                  <a:lnTo>
                    <a:pt x="426592" y="87837"/>
                  </a:lnTo>
                  <a:lnTo>
                    <a:pt x="426708" y="88177"/>
                  </a:lnTo>
                  <a:lnTo>
                    <a:pt x="442477" y="88177"/>
                  </a:lnTo>
                  <a:lnTo>
                    <a:pt x="433951" y="115247"/>
                  </a:lnTo>
                  <a:close/>
                </a:path>
                <a:path w="1355725" h="151765">
                  <a:moveTo>
                    <a:pt x="442477" y="88177"/>
                  </a:moveTo>
                  <a:lnTo>
                    <a:pt x="426708" y="88177"/>
                  </a:lnTo>
                  <a:lnTo>
                    <a:pt x="442353" y="38333"/>
                  </a:lnTo>
                  <a:lnTo>
                    <a:pt x="456511" y="38333"/>
                  </a:lnTo>
                  <a:lnTo>
                    <a:pt x="465320" y="65894"/>
                  </a:lnTo>
                  <a:lnTo>
                    <a:pt x="449495" y="65894"/>
                  </a:lnTo>
                  <a:lnTo>
                    <a:pt x="442584" y="87837"/>
                  </a:lnTo>
                  <a:lnTo>
                    <a:pt x="442477" y="88177"/>
                  </a:lnTo>
                  <a:close/>
                </a:path>
                <a:path w="1355725" h="151765">
                  <a:moveTo>
                    <a:pt x="489133" y="87837"/>
                  </a:moveTo>
                  <a:lnTo>
                    <a:pt x="472332" y="87837"/>
                  </a:lnTo>
                  <a:lnTo>
                    <a:pt x="489451" y="38333"/>
                  </a:lnTo>
                  <a:lnTo>
                    <a:pt x="506872" y="38333"/>
                  </a:lnTo>
                  <a:lnTo>
                    <a:pt x="489133" y="87837"/>
                  </a:lnTo>
                  <a:close/>
                </a:path>
                <a:path w="1355725" h="151765">
                  <a:moveTo>
                    <a:pt x="479311" y="115247"/>
                  </a:moveTo>
                  <a:lnTo>
                    <a:pt x="465089" y="115247"/>
                  </a:lnTo>
                  <a:lnTo>
                    <a:pt x="449495" y="65894"/>
                  </a:lnTo>
                  <a:lnTo>
                    <a:pt x="465320" y="65894"/>
                  </a:lnTo>
                  <a:lnTo>
                    <a:pt x="472332" y="87837"/>
                  </a:lnTo>
                  <a:lnTo>
                    <a:pt x="489133" y="87837"/>
                  </a:lnTo>
                  <a:lnTo>
                    <a:pt x="479311" y="115247"/>
                  </a:lnTo>
                  <a:close/>
                </a:path>
                <a:path w="1355725" h="151765">
                  <a:moveTo>
                    <a:pt x="320393" y="116822"/>
                  </a:moveTo>
                  <a:lnTo>
                    <a:pt x="303194" y="113437"/>
                  </a:lnTo>
                  <a:lnTo>
                    <a:pt x="290382" y="104512"/>
                  </a:lnTo>
                  <a:lnTo>
                    <a:pt x="282425" y="91888"/>
                  </a:lnTo>
                  <a:lnTo>
                    <a:pt x="279782" y="77395"/>
                  </a:lnTo>
                  <a:lnTo>
                    <a:pt x="282993" y="60016"/>
                  </a:lnTo>
                  <a:lnTo>
                    <a:pt x="291588" y="47269"/>
                  </a:lnTo>
                  <a:lnTo>
                    <a:pt x="304004" y="39421"/>
                  </a:lnTo>
                  <a:lnTo>
                    <a:pt x="318680" y="36746"/>
                  </a:lnTo>
                  <a:lnTo>
                    <a:pt x="332271" y="38998"/>
                  </a:lnTo>
                  <a:lnTo>
                    <a:pt x="342616" y="44959"/>
                  </a:lnTo>
                  <a:lnTo>
                    <a:pt x="348328" y="51572"/>
                  </a:lnTo>
                  <a:lnTo>
                    <a:pt x="318692" y="51572"/>
                  </a:lnTo>
                  <a:lnTo>
                    <a:pt x="311426" y="52760"/>
                  </a:lnTo>
                  <a:lnTo>
                    <a:pt x="305076" y="56118"/>
                  </a:lnTo>
                  <a:lnTo>
                    <a:pt x="300102" y="61300"/>
                  </a:lnTo>
                  <a:lnTo>
                    <a:pt x="296963" y="67960"/>
                  </a:lnTo>
                  <a:lnTo>
                    <a:pt x="355936" y="67960"/>
                  </a:lnTo>
                  <a:lnTo>
                    <a:pt x="356684" y="70328"/>
                  </a:lnTo>
                  <a:lnTo>
                    <a:pt x="355751" y="79284"/>
                  </a:lnTo>
                  <a:lnTo>
                    <a:pt x="354819" y="82862"/>
                  </a:lnTo>
                  <a:lnTo>
                    <a:pt x="296560" y="82862"/>
                  </a:lnTo>
                  <a:lnTo>
                    <a:pt x="298605" y="89780"/>
                  </a:lnTo>
                  <a:lnTo>
                    <a:pt x="303373" y="95926"/>
                  </a:lnTo>
                  <a:lnTo>
                    <a:pt x="310691" y="100326"/>
                  </a:lnTo>
                  <a:lnTo>
                    <a:pt x="320380" y="102008"/>
                  </a:lnTo>
                  <a:lnTo>
                    <a:pt x="350828" y="102008"/>
                  </a:lnTo>
                  <a:lnTo>
                    <a:pt x="350359" y="102808"/>
                  </a:lnTo>
                  <a:lnTo>
                    <a:pt x="343352" y="109779"/>
                  </a:lnTo>
                  <a:lnTo>
                    <a:pt x="333474" y="114857"/>
                  </a:lnTo>
                  <a:lnTo>
                    <a:pt x="320393" y="116822"/>
                  </a:lnTo>
                  <a:close/>
                </a:path>
                <a:path w="1355725" h="151765">
                  <a:moveTo>
                    <a:pt x="355936" y="67960"/>
                  </a:moveTo>
                  <a:lnTo>
                    <a:pt x="339137" y="67960"/>
                  </a:lnTo>
                  <a:lnTo>
                    <a:pt x="337522" y="63114"/>
                  </a:lnTo>
                  <a:lnTo>
                    <a:pt x="333648" y="57735"/>
                  </a:lnTo>
                  <a:lnTo>
                    <a:pt x="327406" y="53371"/>
                  </a:lnTo>
                  <a:lnTo>
                    <a:pt x="318692" y="51572"/>
                  </a:lnTo>
                  <a:lnTo>
                    <a:pt x="348328" y="51572"/>
                  </a:lnTo>
                  <a:lnTo>
                    <a:pt x="349881" y="53371"/>
                  </a:lnTo>
                  <a:lnTo>
                    <a:pt x="351170" y="56118"/>
                  </a:lnTo>
                  <a:lnTo>
                    <a:pt x="354391" y="63114"/>
                  </a:lnTo>
                  <a:lnTo>
                    <a:pt x="355936" y="67960"/>
                  </a:lnTo>
                  <a:close/>
                </a:path>
                <a:path w="1355725" h="151765">
                  <a:moveTo>
                    <a:pt x="350828" y="102008"/>
                  </a:moveTo>
                  <a:lnTo>
                    <a:pt x="320380" y="102008"/>
                  </a:lnTo>
                  <a:lnTo>
                    <a:pt x="328222" y="100562"/>
                  </a:lnTo>
                  <a:lnTo>
                    <a:pt x="334265" y="97003"/>
                  </a:lnTo>
                  <a:lnTo>
                    <a:pt x="338838" y="92501"/>
                  </a:lnTo>
                  <a:lnTo>
                    <a:pt x="342273" y="88228"/>
                  </a:lnTo>
                  <a:lnTo>
                    <a:pt x="354832" y="95168"/>
                  </a:lnTo>
                  <a:lnTo>
                    <a:pt x="350828" y="102008"/>
                  </a:lnTo>
                  <a:close/>
                </a:path>
                <a:path w="1355725" h="151765">
                  <a:moveTo>
                    <a:pt x="266606" y="45286"/>
                  </a:moveTo>
                  <a:lnTo>
                    <a:pt x="250759" y="45286"/>
                  </a:lnTo>
                  <a:lnTo>
                    <a:pt x="250759" y="8907"/>
                  </a:lnTo>
                  <a:lnTo>
                    <a:pt x="266606" y="8907"/>
                  </a:lnTo>
                  <a:lnTo>
                    <a:pt x="266606" y="45286"/>
                  </a:lnTo>
                  <a:close/>
                </a:path>
                <a:path w="1355725" h="151765">
                  <a:moveTo>
                    <a:pt x="226259" y="116872"/>
                  </a:moveTo>
                  <a:lnTo>
                    <a:pt x="189726" y="92916"/>
                  </a:lnTo>
                  <a:lnTo>
                    <a:pt x="186655" y="77332"/>
                  </a:lnTo>
                  <a:lnTo>
                    <a:pt x="189277" y="61713"/>
                  </a:lnTo>
                  <a:lnTo>
                    <a:pt x="197343" y="48764"/>
                  </a:lnTo>
                  <a:lnTo>
                    <a:pt x="210011" y="39965"/>
                  </a:lnTo>
                  <a:lnTo>
                    <a:pt x="226448" y="36720"/>
                  </a:lnTo>
                  <a:lnTo>
                    <a:pt x="234126" y="37421"/>
                  </a:lnTo>
                  <a:lnTo>
                    <a:pt x="240748" y="39303"/>
                  </a:lnTo>
                  <a:lnTo>
                    <a:pt x="246298" y="42035"/>
                  </a:lnTo>
                  <a:lnTo>
                    <a:pt x="250759" y="45286"/>
                  </a:lnTo>
                  <a:lnTo>
                    <a:pt x="266606" y="45286"/>
                  </a:lnTo>
                  <a:lnTo>
                    <a:pt x="266606" y="52265"/>
                  </a:lnTo>
                  <a:lnTo>
                    <a:pt x="225856" y="52265"/>
                  </a:lnTo>
                  <a:lnTo>
                    <a:pt x="217196" y="54055"/>
                  </a:lnTo>
                  <a:lnTo>
                    <a:pt x="209948" y="59051"/>
                  </a:lnTo>
                  <a:lnTo>
                    <a:pt x="204969" y="66687"/>
                  </a:lnTo>
                  <a:lnTo>
                    <a:pt x="203119" y="76400"/>
                  </a:lnTo>
                  <a:lnTo>
                    <a:pt x="204774" y="86239"/>
                  </a:lnTo>
                  <a:lnTo>
                    <a:pt x="209438" y="94143"/>
                  </a:lnTo>
                  <a:lnTo>
                    <a:pt x="216730" y="99405"/>
                  </a:lnTo>
                  <a:lnTo>
                    <a:pt x="226259" y="101316"/>
                  </a:lnTo>
                  <a:lnTo>
                    <a:pt x="232722" y="101523"/>
                  </a:lnTo>
                  <a:lnTo>
                    <a:pt x="266606" y="101523"/>
                  </a:lnTo>
                  <a:lnTo>
                    <a:pt x="266606" y="108407"/>
                  </a:lnTo>
                  <a:lnTo>
                    <a:pt x="250961" y="108407"/>
                  </a:lnTo>
                  <a:lnTo>
                    <a:pt x="247739" y="110766"/>
                  </a:lnTo>
                  <a:lnTo>
                    <a:pt x="242559" y="113561"/>
                  </a:lnTo>
                  <a:lnTo>
                    <a:pt x="235404" y="115895"/>
                  </a:lnTo>
                  <a:lnTo>
                    <a:pt x="226259" y="116872"/>
                  </a:lnTo>
                  <a:close/>
                </a:path>
                <a:path w="1355725" h="151765">
                  <a:moveTo>
                    <a:pt x="266606" y="101523"/>
                  </a:moveTo>
                  <a:lnTo>
                    <a:pt x="232722" y="101523"/>
                  </a:lnTo>
                  <a:lnTo>
                    <a:pt x="238989" y="99077"/>
                  </a:lnTo>
                  <a:lnTo>
                    <a:pt x="248220" y="90018"/>
                  </a:lnTo>
                  <a:lnTo>
                    <a:pt x="250782" y="83798"/>
                  </a:lnTo>
                  <a:lnTo>
                    <a:pt x="250696" y="77332"/>
                  </a:lnTo>
                  <a:lnTo>
                    <a:pt x="248626" y="66687"/>
                  </a:lnTo>
                  <a:lnTo>
                    <a:pt x="248517" y="66129"/>
                  </a:lnTo>
                  <a:lnTo>
                    <a:pt x="242815" y="58322"/>
                  </a:lnTo>
                  <a:lnTo>
                    <a:pt x="234844" y="53753"/>
                  </a:lnTo>
                  <a:lnTo>
                    <a:pt x="225856" y="52265"/>
                  </a:lnTo>
                  <a:lnTo>
                    <a:pt x="266606" y="52265"/>
                  </a:lnTo>
                  <a:lnTo>
                    <a:pt x="266606" y="101523"/>
                  </a:lnTo>
                  <a:close/>
                </a:path>
                <a:path w="1355725" h="151765">
                  <a:moveTo>
                    <a:pt x="266606" y="115298"/>
                  </a:moveTo>
                  <a:lnTo>
                    <a:pt x="250961" y="115298"/>
                  </a:lnTo>
                  <a:lnTo>
                    <a:pt x="250961" y="108407"/>
                  </a:lnTo>
                  <a:lnTo>
                    <a:pt x="266606" y="108407"/>
                  </a:lnTo>
                  <a:lnTo>
                    <a:pt x="266606" y="115298"/>
                  </a:lnTo>
                  <a:close/>
                </a:path>
                <a:path w="1355725" h="151765">
                  <a:moveTo>
                    <a:pt x="1153521" y="45047"/>
                  </a:moveTo>
                  <a:lnTo>
                    <a:pt x="1104755" y="45047"/>
                  </a:lnTo>
                  <a:lnTo>
                    <a:pt x="1107977" y="42688"/>
                  </a:lnTo>
                  <a:lnTo>
                    <a:pt x="1113157" y="39893"/>
                  </a:lnTo>
                  <a:lnTo>
                    <a:pt x="1120311" y="37559"/>
                  </a:lnTo>
                  <a:lnTo>
                    <a:pt x="1129457" y="36582"/>
                  </a:lnTo>
                  <a:lnTo>
                    <a:pt x="1145506" y="39634"/>
                  </a:lnTo>
                  <a:lnTo>
                    <a:pt x="1153521" y="45047"/>
                  </a:lnTo>
                  <a:close/>
                </a:path>
                <a:path w="1355725" h="151765">
                  <a:moveTo>
                    <a:pt x="1104957" y="141700"/>
                  </a:moveTo>
                  <a:lnTo>
                    <a:pt x="1089110" y="141700"/>
                  </a:lnTo>
                  <a:lnTo>
                    <a:pt x="1089110" y="38156"/>
                  </a:lnTo>
                  <a:lnTo>
                    <a:pt x="1104755" y="38156"/>
                  </a:lnTo>
                  <a:lnTo>
                    <a:pt x="1104755" y="45047"/>
                  </a:lnTo>
                  <a:lnTo>
                    <a:pt x="1153521" y="45047"/>
                  </a:lnTo>
                  <a:lnTo>
                    <a:pt x="1157909" y="48010"/>
                  </a:lnTo>
                  <a:lnTo>
                    <a:pt x="1160439" y="51932"/>
                  </a:lnTo>
                  <a:lnTo>
                    <a:pt x="1122993" y="51932"/>
                  </a:lnTo>
                  <a:lnTo>
                    <a:pt x="1116726" y="54377"/>
                  </a:lnTo>
                  <a:lnTo>
                    <a:pt x="1107496" y="63436"/>
                  </a:lnTo>
                  <a:lnTo>
                    <a:pt x="1104934" y="69656"/>
                  </a:lnTo>
                  <a:lnTo>
                    <a:pt x="1105019" y="76047"/>
                  </a:lnTo>
                  <a:lnTo>
                    <a:pt x="1129860" y="101190"/>
                  </a:lnTo>
                  <a:lnTo>
                    <a:pt x="1160553" y="101190"/>
                  </a:lnTo>
                  <a:lnTo>
                    <a:pt x="1158372" y="104690"/>
                  </a:lnTo>
                  <a:lnTo>
                    <a:pt x="1153365" y="108168"/>
                  </a:lnTo>
                  <a:lnTo>
                    <a:pt x="1104957" y="108168"/>
                  </a:lnTo>
                  <a:lnTo>
                    <a:pt x="1104957" y="141700"/>
                  </a:lnTo>
                  <a:close/>
                </a:path>
                <a:path w="1355725" h="151765">
                  <a:moveTo>
                    <a:pt x="1160553" y="101190"/>
                  </a:moveTo>
                  <a:lnTo>
                    <a:pt x="1129860" y="101190"/>
                  </a:lnTo>
                  <a:lnTo>
                    <a:pt x="1138518" y="99399"/>
                  </a:lnTo>
                  <a:lnTo>
                    <a:pt x="1145762" y="94403"/>
                  </a:lnTo>
                  <a:lnTo>
                    <a:pt x="1150736" y="86767"/>
                  </a:lnTo>
                  <a:lnTo>
                    <a:pt x="1152584" y="77055"/>
                  </a:lnTo>
                  <a:lnTo>
                    <a:pt x="1150942" y="67215"/>
                  </a:lnTo>
                  <a:lnTo>
                    <a:pt x="1146278" y="59311"/>
                  </a:lnTo>
                  <a:lnTo>
                    <a:pt x="1138985" y="54050"/>
                  </a:lnTo>
                  <a:lnTo>
                    <a:pt x="1129457" y="52139"/>
                  </a:lnTo>
                  <a:lnTo>
                    <a:pt x="1122993" y="51932"/>
                  </a:lnTo>
                  <a:lnTo>
                    <a:pt x="1160439" y="51932"/>
                  </a:lnTo>
                  <a:lnTo>
                    <a:pt x="1165990" y="60538"/>
                  </a:lnTo>
                  <a:lnTo>
                    <a:pt x="1169073" y="76047"/>
                  </a:lnTo>
                  <a:lnTo>
                    <a:pt x="1166439" y="91741"/>
                  </a:lnTo>
                  <a:lnTo>
                    <a:pt x="1160553" y="101190"/>
                  </a:lnTo>
                  <a:close/>
                </a:path>
                <a:path w="1355725" h="151765">
                  <a:moveTo>
                    <a:pt x="1129268" y="116734"/>
                  </a:moveTo>
                  <a:lnTo>
                    <a:pt x="1121595" y="116033"/>
                  </a:lnTo>
                  <a:lnTo>
                    <a:pt x="1114972" y="114151"/>
                  </a:lnTo>
                  <a:lnTo>
                    <a:pt x="1109419" y="111420"/>
                  </a:lnTo>
                  <a:lnTo>
                    <a:pt x="1104957" y="108168"/>
                  </a:lnTo>
                  <a:lnTo>
                    <a:pt x="1153365" y="108168"/>
                  </a:lnTo>
                  <a:lnTo>
                    <a:pt x="1145705" y="113489"/>
                  </a:lnTo>
                  <a:lnTo>
                    <a:pt x="1129268" y="116734"/>
                  </a:lnTo>
                  <a:close/>
                </a:path>
                <a:path w="1355725" h="151765">
                  <a:moveTo>
                    <a:pt x="1342864" y="43107"/>
                  </a:moveTo>
                  <a:lnTo>
                    <a:pt x="1306199" y="43107"/>
                  </a:lnTo>
                  <a:lnTo>
                    <a:pt x="1310746" y="38749"/>
                  </a:lnTo>
                  <a:lnTo>
                    <a:pt x="1318796" y="36998"/>
                  </a:lnTo>
                  <a:lnTo>
                    <a:pt x="1324716" y="36998"/>
                  </a:lnTo>
                  <a:lnTo>
                    <a:pt x="1337304" y="39396"/>
                  </a:lnTo>
                  <a:lnTo>
                    <a:pt x="1342864" y="43107"/>
                  </a:lnTo>
                  <a:close/>
                </a:path>
                <a:path w="1355725" h="151765">
                  <a:moveTo>
                    <a:pt x="1306199" y="115600"/>
                  </a:moveTo>
                  <a:lnTo>
                    <a:pt x="1290403" y="115600"/>
                  </a:lnTo>
                  <a:lnTo>
                    <a:pt x="1290403" y="38295"/>
                  </a:lnTo>
                  <a:lnTo>
                    <a:pt x="1306199" y="38295"/>
                  </a:lnTo>
                  <a:lnTo>
                    <a:pt x="1306199" y="43107"/>
                  </a:lnTo>
                  <a:lnTo>
                    <a:pt x="1342864" y="43107"/>
                  </a:lnTo>
                  <a:lnTo>
                    <a:pt x="1347144" y="45963"/>
                  </a:lnTo>
                  <a:lnTo>
                    <a:pt x="1351305" y="52365"/>
                  </a:lnTo>
                  <a:lnTo>
                    <a:pt x="1310898" y="52365"/>
                  </a:lnTo>
                  <a:lnTo>
                    <a:pt x="1306199" y="61888"/>
                  </a:lnTo>
                  <a:lnTo>
                    <a:pt x="1306199" y="115600"/>
                  </a:lnTo>
                  <a:close/>
                </a:path>
                <a:path w="1355725" h="151765">
                  <a:moveTo>
                    <a:pt x="1355666" y="115600"/>
                  </a:moveTo>
                  <a:lnTo>
                    <a:pt x="1339668" y="115600"/>
                  </a:lnTo>
                  <a:lnTo>
                    <a:pt x="1339668" y="64093"/>
                  </a:lnTo>
                  <a:lnTo>
                    <a:pt x="1336972" y="52365"/>
                  </a:lnTo>
                  <a:lnTo>
                    <a:pt x="1351305" y="52365"/>
                  </a:lnTo>
                  <a:lnTo>
                    <a:pt x="1353508" y="55757"/>
                  </a:lnTo>
                  <a:lnTo>
                    <a:pt x="1355666" y="67834"/>
                  </a:lnTo>
                  <a:lnTo>
                    <a:pt x="1355666" y="115600"/>
                  </a:lnTo>
                  <a:close/>
                </a:path>
                <a:path w="1355725" h="151765">
                  <a:moveTo>
                    <a:pt x="924284" y="115336"/>
                  </a:moveTo>
                  <a:lnTo>
                    <a:pt x="907682" y="115336"/>
                  </a:lnTo>
                  <a:lnTo>
                    <a:pt x="907682" y="10431"/>
                  </a:lnTo>
                  <a:lnTo>
                    <a:pt x="921337" y="10431"/>
                  </a:lnTo>
                  <a:lnTo>
                    <a:pt x="944607" y="42326"/>
                  </a:lnTo>
                  <a:lnTo>
                    <a:pt x="924284" y="42326"/>
                  </a:lnTo>
                  <a:lnTo>
                    <a:pt x="924284" y="115336"/>
                  </a:lnTo>
                  <a:close/>
                </a:path>
                <a:path w="1355725" h="151765">
                  <a:moveTo>
                    <a:pt x="991059" y="83202"/>
                  </a:moveTo>
                  <a:lnTo>
                    <a:pt x="974431" y="83202"/>
                  </a:lnTo>
                  <a:lnTo>
                    <a:pt x="974431" y="10431"/>
                  </a:lnTo>
                  <a:lnTo>
                    <a:pt x="991059" y="10431"/>
                  </a:lnTo>
                  <a:lnTo>
                    <a:pt x="991059" y="83202"/>
                  </a:lnTo>
                  <a:close/>
                </a:path>
                <a:path w="1355725" h="151765">
                  <a:moveTo>
                    <a:pt x="991059" y="115336"/>
                  </a:moveTo>
                  <a:lnTo>
                    <a:pt x="977278" y="115336"/>
                  </a:lnTo>
                  <a:lnTo>
                    <a:pt x="924284" y="42326"/>
                  </a:lnTo>
                  <a:lnTo>
                    <a:pt x="944607" y="42326"/>
                  </a:lnTo>
                  <a:lnTo>
                    <a:pt x="974431" y="83202"/>
                  </a:lnTo>
                  <a:lnTo>
                    <a:pt x="991059" y="83202"/>
                  </a:lnTo>
                  <a:lnTo>
                    <a:pt x="991059" y="115336"/>
                  </a:lnTo>
                  <a:close/>
                </a:path>
                <a:path w="1355725" h="151765">
                  <a:moveTo>
                    <a:pt x="15619" y="115285"/>
                  </a:moveTo>
                  <a:lnTo>
                    <a:pt x="0" y="115285"/>
                  </a:lnTo>
                  <a:lnTo>
                    <a:pt x="0" y="17397"/>
                  </a:lnTo>
                  <a:lnTo>
                    <a:pt x="12772" y="17397"/>
                  </a:lnTo>
                  <a:lnTo>
                    <a:pt x="34836" y="47188"/>
                  </a:lnTo>
                  <a:lnTo>
                    <a:pt x="15619" y="47188"/>
                  </a:lnTo>
                  <a:lnTo>
                    <a:pt x="15619" y="115285"/>
                  </a:lnTo>
                  <a:close/>
                </a:path>
                <a:path w="1355725" h="151765">
                  <a:moveTo>
                    <a:pt x="65702" y="62707"/>
                  </a:moveTo>
                  <a:lnTo>
                    <a:pt x="46330" y="62707"/>
                  </a:lnTo>
                  <a:lnTo>
                    <a:pt x="79807" y="17397"/>
                  </a:lnTo>
                  <a:lnTo>
                    <a:pt x="92735" y="17397"/>
                  </a:lnTo>
                  <a:lnTo>
                    <a:pt x="92735" y="47440"/>
                  </a:lnTo>
                  <a:lnTo>
                    <a:pt x="76914" y="47440"/>
                  </a:lnTo>
                  <a:lnTo>
                    <a:pt x="65702" y="62707"/>
                  </a:lnTo>
                  <a:close/>
                </a:path>
                <a:path w="1355725" h="151765">
                  <a:moveTo>
                    <a:pt x="46330" y="89084"/>
                  </a:moveTo>
                  <a:lnTo>
                    <a:pt x="15619" y="47188"/>
                  </a:lnTo>
                  <a:lnTo>
                    <a:pt x="34836" y="47188"/>
                  </a:lnTo>
                  <a:lnTo>
                    <a:pt x="46330" y="62707"/>
                  </a:lnTo>
                  <a:lnTo>
                    <a:pt x="65702" y="62707"/>
                  </a:lnTo>
                  <a:lnTo>
                    <a:pt x="46330" y="89084"/>
                  </a:lnTo>
                  <a:close/>
                </a:path>
                <a:path w="1355725" h="151765">
                  <a:moveTo>
                    <a:pt x="92735" y="115285"/>
                  </a:moveTo>
                  <a:lnTo>
                    <a:pt x="76914" y="115285"/>
                  </a:lnTo>
                  <a:lnTo>
                    <a:pt x="76914" y="47440"/>
                  </a:lnTo>
                  <a:lnTo>
                    <a:pt x="92735" y="47440"/>
                  </a:lnTo>
                  <a:lnTo>
                    <a:pt x="92735" y="115285"/>
                  </a:lnTo>
                  <a:close/>
                </a:path>
              </a:pathLst>
            </a:custGeom>
            <a:solidFill>
              <a:srgbClr val="471834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83734" y="921569"/>
            <a:ext cx="8590280" cy="1822513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550" spc="60">
                <a:latin typeface="Tahoma"/>
                <a:cs typeface="Tahoma"/>
              </a:rPr>
              <a:t>Customizing</a:t>
            </a:r>
            <a:r>
              <a:rPr dirty="0" sz="1550" spc="20">
                <a:latin typeface="Tahoma"/>
                <a:cs typeface="Tahoma"/>
              </a:rPr>
              <a:t> </a:t>
            </a:r>
            <a:r>
              <a:rPr dirty="0" sz="1550" spc="45">
                <a:latin typeface="Tahoma"/>
                <a:cs typeface="Tahoma"/>
              </a:rPr>
              <a:t>Visualizations</a:t>
            </a:r>
            <a:endParaRPr sz="1550">
              <a:latin typeface="Tahoma"/>
              <a:cs typeface="Tahoma"/>
            </a:endParaRPr>
          </a:p>
          <a:p>
            <a:pPr marL="12700" marR="231140">
              <a:lnSpc>
                <a:spcPts val="2390"/>
              </a:lnSpc>
              <a:spcBef>
                <a:spcPts val="160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enables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you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customize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visualizations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meet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specific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needs,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such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12121"/>
                </a:solidFill>
                <a:latin typeface="Tahoma"/>
                <a:cs typeface="Tahoma"/>
              </a:rPr>
              <a:t>as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adding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labels,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filters,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formatting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options.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dirty="0" sz="2150" spc="-20">
                <a:latin typeface="Tahoma"/>
                <a:cs typeface="Tahoma"/>
              </a:rPr>
              <a:t>BUILDING</a:t>
            </a:r>
            <a:r>
              <a:rPr dirty="0" sz="2150" spc="-85">
                <a:latin typeface="Tahoma"/>
                <a:cs typeface="Tahoma"/>
              </a:rPr>
              <a:t> </a:t>
            </a:r>
            <a:r>
              <a:rPr dirty="0" sz="2150" spc="-10">
                <a:latin typeface="Tahoma"/>
                <a:cs typeface="Tahoma"/>
              </a:rPr>
              <a:t>DASHBOARDS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550" spc="55">
                <a:latin typeface="Tahoma"/>
                <a:cs typeface="Tahoma"/>
              </a:rPr>
              <a:t>Dashboard</a:t>
            </a:r>
            <a:r>
              <a:rPr dirty="0" sz="1550" spc="5">
                <a:latin typeface="Tahoma"/>
                <a:cs typeface="Tahoma"/>
              </a:rPr>
              <a:t> </a:t>
            </a:r>
            <a:r>
              <a:rPr dirty="0" sz="1550" spc="40">
                <a:latin typeface="Tahoma"/>
                <a:cs typeface="Tahoma"/>
              </a:rPr>
              <a:t>Design</a:t>
            </a:r>
            <a:endParaRPr sz="1550">
              <a:latin typeface="Tahoma"/>
              <a:cs typeface="Tahoma"/>
            </a:endParaRPr>
          </a:p>
          <a:p>
            <a:pPr marL="12700" marR="126364">
              <a:lnSpc>
                <a:spcPts val="2390"/>
              </a:lnSpc>
              <a:spcBef>
                <a:spcPts val="155"/>
              </a:spcBef>
            </a:pP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Effective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dashboard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design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plays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crucial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role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conveying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actionable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insights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stakeholders.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will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learn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design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an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intuitive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dashboard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layout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provides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12121"/>
                </a:solidFill>
                <a:latin typeface="Tahoma"/>
                <a:cs typeface="Tahoma"/>
              </a:rPr>
              <a:t>360- 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degree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view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most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critical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data.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550">
                <a:latin typeface="Tahoma"/>
                <a:cs typeface="Tahoma"/>
              </a:rPr>
              <a:t>Data</a:t>
            </a:r>
            <a:r>
              <a:rPr dirty="0" sz="1550" spc="25">
                <a:latin typeface="Tahoma"/>
                <a:cs typeface="Tahoma"/>
              </a:rPr>
              <a:t> </a:t>
            </a:r>
            <a:r>
              <a:rPr dirty="0" sz="1550" spc="45">
                <a:latin typeface="Tahoma"/>
                <a:cs typeface="Tahoma"/>
              </a:rPr>
              <a:t>Visualization</a:t>
            </a:r>
            <a:endParaRPr sz="1550">
              <a:latin typeface="Tahoma"/>
              <a:cs typeface="Tahoma"/>
            </a:endParaRPr>
          </a:p>
          <a:p>
            <a:pPr marL="12700" marR="196850">
              <a:lnSpc>
                <a:spcPts val="2390"/>
              </a:lnSpc>
              <a:spcBef>
                <a:spcPts val="160"/>
              </a:spcBef>
            </a:pP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Adding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right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visualizations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dashboard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help you 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convey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insights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more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effectively.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will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explore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choose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right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visualizations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and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to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create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them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using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tools.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550" spc="55">
                <a:latin typeface="Tahoma"/>
                <a:cs typeface="Tahoma"/>
              </a:rPr>
              <a:t>Dashboard</a:t>
            </a:r>
            <a:r>
              <a:rPr dirty="0" sz="1550" spc="5">
                <a:latin typeface="Tahoma"/>
                <a:cs typeface="Tahoma"/>
              </a:rPr>
              <a:t> </a:t>
            </a:r>
            <a:r>
              <a:rPr dirty="0" sz="1550" spc="45">
                <a:latin typeface="Tahoma"/>
                <a:cs typeface="Tahoma"/>
              </a:rPr>
              <a:t>Publishing</a:t>
            </a:r>
            <a:endParaRPr sz="1550">
              <a:latin typeface="Tahoma"/>
              <a:cs typeface="Tahoma"/>
            </a:endParaRPr>
          </a:p>
          <a:p>
            <a:pPr marL="12700" marR="172720">
              <a:lnSpc>
                <a:spcPts val="2390"/>
              </a:lnSpc>
              <a:spcBef>
                <a:spcPts val="160"/>
              </a:spcBef>
            </a:pP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Publishing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dashboard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service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an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important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step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sharing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your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insights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with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stakeholders.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will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learn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publish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dashboard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 </a:t>
            </a:r>
            <a:r>
              <a:rPr dirty="0" sz="1550" spc="-25">
                <a:solidFill>
                  <a:srgbClr val="212121"/>
                </a:solidFill>
                <a:latin typeface="Tahoma"/>
                <a:cs typeface="Tahoma"/>
              </a:rPr>
              <a:t>BI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service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share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it</a:t>
            </a:r>
            <a:r>
              <a:rPr dirty="0" sz="1550" spc="2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with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others.</a:t>
            </a:r>
            <a:endParaRPr sz="1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50" spc="55">
                <a:latin typeface="Tahoma"/>
                <a:cs typeface="Tahoma"/>
              </a:rPr>
              <a:t>ADVANCED</a:t>
            </a:r>
            <a:r>
              <a:rPr dirty="0" sz="2750" spc="-50">
                <a:latin typeface="Tahoma"/>
                <a:cs typeface="Tahoma"/>
              </a:rPr>
              <a:t> </a:t>
            </a:r>
            <a:r>
              <a:rPr dirty="0" sz="2750" spc="-70">
                <a:latin typeface="Tahoma"/>
                <a:cs typeface="Tahoma"/>
              </a:rPr>
              <a:t>FEATURES</a:t>
            </a:r>
            <a:r>
              <a:rPr dirty="0" sz="2750" spc="-50">
                <a:latin typeface="Tahoma"/>
                <a:cs typeface="Tahoma"/>
              </a:rPr>
              <a:t> </a:t>
            </a:r>
            <a:r>
              <a:rPr dirty="0" sz="2750" spc="60">
                <a:latin typeface="Tahoma"/>
                <a:cs typeface="Tahoma"/>
              </a:rPr>
              <a:t>OF</a:t>
            </a:r>
            <a:r>
              <a:rPr dirty="0" sz="2750" spc="-50">
                <a:latin typeface="Tahoma"/>
                <a:cs typeface="Tahoma"/>
              </a:rPr>
              <a:t> </a:t>
            </a:r>
            <a:r>
              <a:rPr dirty="0" sz="2750">
                <a:latin typeface="Tahoma"/>
                <a:cs typeface="Tahoma"/>
              </a:rPr>
              <a:t>MICROSOFT</a:t>
            </a:r>
            <a:r>
              <a:rPr dirty="0" sz="2750" spc="-45">
                <a:latin typeface="Tahoma"/>
                <a:cs typeface="Tahoma"/>
              </a:rPr>
              <a:t> </a:t>
            </a:r>
            <a:r>
              <a:rPr dirty="0" sz="2750">
                <a:latin typeface="Tahoma"/>
                <a:cs typeface="Tahoma"/>
              </a:rPr>
              <a:t>POWER</a:t>
            </a:r>
            <a:r>
              <a:rPr dirty="0" sz="2750" spc="-50">
                <a:latin typeface="Tahoma"/>
                <a:cs typeface="Tahoma"/>
              </a:rPr>
              <a:t> </a:t>
            </a:r>
            <a:r>
              <a:rPr dirty="0" sz="2750" spc="-25">
                <a:latin typeface="Tahoma"/>
                <a:cs typeface="Tahoma"/>
              </a:rPr>
              <a:t>BI</a:t>
            </a:r>
            <a:endParaRPr sz="2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MODELING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endParaRPr sz="1550">
              <a:latin typeface="Tahoma"/>
              <a:cs typeface="Tahoma"/>
            </a:endParaRPr>
          </a:p>
          <a:p>
            <a:pPr marL="12700" marR="45720">
              <a:lnSpc>
                <a:spcPts val="2390"/>
              </a:lnSpc>
              <a:spcBef>
                <a:spcPts val="160"/>
              </a:spcBef>
            </a:pP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modeling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engine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provides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powerful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tool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transform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raw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12121"/>
                </a:solidFill>
                <a:latin typeface="Tahoma"/>
                <a:cs typeface="Tahoma"/>
              </a:rPr>
              <a:t>data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into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structured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format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be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easily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analyzed.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This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enables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you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create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95">
                <a:solidFill>
                  <a:srgbClr val="212121"/>
                </a:solidFill>
                <a:latin typeface="Tahoma"/>
                <a:cs typeface="Tahoma"/>
              </a:rPr>
              <a:t>complex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12121"/>
                </a:solidFill>
                <a:latin typeface="Tahoma"/>
                <a:cs typeface="Tahoma"/>
              </a:rPr>
              <a:t>data 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models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be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used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drive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decisions.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dirty="0" sz="2150">
                <a:latin typeface="Tahoma"/>
                <a:cs typeface="Tahoma"/>
              </a:rPr>
              <a:t>POWER QUERY</a:t>
            </a:r>
            <a:r>
              <a:rPr dirty="0" sz="2150" spc="15">
                <a:latin typeface="Tahoma"/>
                <a:cs typeface="Tahoma"/>
              </a:rPr>
              <a:t> </a:t>
            </a:r>
            <a:r>
              <a:rPr dirty="0" sz="2150" spc="-10">
                <a:latin typeface="Tahoma"/>
                <a:cs typeface="Tahoma"/>
              </a:rPr>
              <a:t>EDITOR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550">
                <a:latin typeface="Tahoma"/>
                <a:cs typeface="Tahoma"/>
              </a:rPr>
              <a:t>Data</a:t>
            </a:r>
            <a:r>
              <a:rPr dirty="0" sz="1550" spc="25">
                <a:latin typeface="Tahoma"/>
                <a:cs typeface="Tahoma"/>
              </a:rPr>
              <a:t> </a:t>
            </a:r>
            <a:r>
              <a:rPr dirty="0" sz="1550" spc="-10">
                <a:latin typeface="Tahoma"/>
                <a:cs typeface="Tahoma"/>
              </a:rPr>
              <a:t>Transformation</a:t>
            </a:r>
            <a:endParaRPr sz="1550">
              <a:latin typeface="Tahoma"/>
              <a:cs typeface="Tahoma"/>
            </a:endParaRPr>
          </a:p>
          <a:p>
            <a:pPr marL="12700" marR="544830">
              <a:lnSpc>
                <a:spcPts val="2390"/>
              </a:lnSpc>
              <a:spcBef>
                <a:spcPts val="160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Query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Editor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powerful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transformation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tool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enables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clean,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reshape,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combine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from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multiple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sources.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use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Query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Editor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to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perform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wide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range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transformations,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including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filtering,</a:t>
            </a:r>
            <a:r>
              <a:rPr dirty="0" sz="1550" spc="114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sorting,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grouping,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and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merging</a:t>
            </a:r>
            <a:r>
              <a:rPr dirty="0" sz="1550" spc="1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1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from</a:t>
            </a:r>
            <a:r>
              <a:rPr dirty="0" sz="1550" spc="1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different</a:t>
            </a:r>
            <a:r>
              <a:rPr dirty="0" sz="1550" spc="1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sources.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550">
                <a:latin typeface="Tahoma"/>
                <a:cs typeface="Tahoma"/>
              </a:rPr>
              <a:t>Data</a:t>
            </a:r>
            <a:r>
              <a:rPr dirty="0" sz="1550" spc="25">
                <a:latin typeface="Tahoma"/>
                <a:cs typeface="Tahoma"/>
              </a:rPr>
              <a:t> </a:t>
            </a:r>
            <a:r>
              <a:rPr dirty="0" sz="1550" spc="55">
                <a:latin typeface="Tahoma"/>
                <a:cs typeface="Tahoma"/>
              </a:rPr>
              <a:t>Cleansing</a:t>
            </a:r>
            <a:endParaRPr sz="1550">
              <a:latin typeface="Tahoma"/>
              <a:cs typeface="Tahoma"/>
            </a:endParaRPr>
          </a:p>
          <a:p>
            <a:pPr marL="12700" marR="97790">
              <a:lnSpc>
                <a:spcPts val="2390"/>
              </a:lnSpc>
              <a:spcBef>
                <a:spcPts val="160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Query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Editor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enables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clean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removing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duplicates,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filling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missing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values,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correcting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inconsistent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data.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use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Query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Editor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perform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12121"/>
                </a:solidFill>
                <a:latin typeface="Tahoma"/>
                <a:cs typeface="Tahoma"/>
              </a:rPr>
              <a:t>data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cleansing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tasks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on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different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types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data,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including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text,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numbers,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dates.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550">
                <a:latin typeface="Tahoma"/>
                <a:cs typeface="Tahoma"/>
              </a:rPr>
              <a:t>Data</a:t>
            </a:r>
            <a:r>
              <a:rPr dirty="0" sz="1550" spc="25">
                <a:latin typeface="Tahoma"/>
                <a:cs typeface="Tahoma"/>
              </a:rPr>
              <a:t> </a:t>
            </a:r>
            <a:r>
              <a:rPr dirty="0" sz="1550" spc="50">
                <a:latin typeface="Tahoma"/>
                <a:cs typeface="Tahoma"/>
              </a:rPr>
              <a:t>Reshaping</a:t>
            </a:r>
            <a:endParaRPr sz="1550">
              <a:latin typeface="Tahoma"/>
              <a:cs typeface="Tahoma"/>
            </a:endParaRPr>
          </a:p>
          <a:p>
            <a:pPr marL="12700" marR="61594">
              <a:lnSpc>
                <a:spcPts val="2390"/>
              </a:lnSpc>
              <a:spcBef>
                <a:spcPts val="160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Query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Editor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enables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reshape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pivoting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columns,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unpivoting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rows,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transposing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data.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can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use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Query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Editor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to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reshape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way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12121"/>
                </a:solidFill>
                <a:latin typeface="Tahoma"/>
                <a:cs typeface="Tahoma"/>
              </a:rPr>
              <a:t>that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makes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it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easier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analyze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visualize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12121"/>
                </a:solidFill>
                <a:latin typeface="Tahoma"/>
                <a:cs typeface="Tahoma"/>
              </a:rPr>
              <a:t>BI.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ADMINISTRATION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550">
                <a:latin typeface="Tahoma"/>
                <a:cs typeface="Tahoma"/>
              </a:rPr>
              <a:t>Security</a:t>
            </a:r>
            <a:r>
              <a:rPr dirty="0" sz="1550" spc="80">
                <a:latin typeface="Tahoma"/>
                <a:cs typeface="Tahoma"/>
              </a:rPr>
              <a:t> </a:t>
            </a:r>
            <a:r>
              <a:rPr dirty="0" sz="1550" spc="60">
                <a:latin typeface="Tahoma"/>
                <a:cs typeface="Tahoma"/>
              </a:rPr>
              <a:t>and</a:t>
            </a:r>
            <a:r>
              <a:rPr dirty="0" sz="1550" spc="85">
                <a:latin typeface="Tahoma"/>
                <a:cs typeface="Tahoma"/>
              </a:rPr>
              <a:t> </a:t>
            </a:r>
            <a:r>
              <a:rPr dirty="0" sz="1550" spc="75">
                <a:latin typeface="Tahoma"/>
                <a:cs typeface="Tahoma"/>
              </a:rPr>
              <a:t>Access</a:t>
            </a:r>
            <a:r>
              <a:rPr dirty="0" sz="1550" spc="85">
                <a:latin typeface="Tahoma"/>
                <a:cs typeface="Tahoma"/>
              </a:rPr>
              <a:t> </a:t>
            </a:r>
            <a:r>
              <a:rPr dirty="0" sz="1550" spc="60">
                <a:latin typeface="Tahoma"/>
                <a:cs typeface="Tahoma"/>
              </a:rPr>
              <a:t>Controls</a:t>
            </a:r>
            <a:endParaRPr sz="1550">
              <a:latin typeface="Tahoma"/>
              <a:cs typeface="Tahoma"/>
            </a:endParaRPr>
          </a:p>
          <a:p>
            <a:pPr marL="12700" marR="123189">
              <a:lnSpc>
                <a:spcPts val="2390"/>
              </a:lnSpc>
              <a:spcBef>
                <a:spcPts val="155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2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provides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range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security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access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control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features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enable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control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who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has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access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they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use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30">
                <a:solidFill>
                  <a:srgbClr val="212121"/>
                </a:solidFill>
                <a:latin typeface="Tahoma"/>
                <a:cs typeface="Tahoma"/>
              </a:rPr>
              <a:t>it.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will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explore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dirty="0" sz="1550" spc="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set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up</a:t>
            </a:r>
            <a:r>
              <a:rPr dirty="0" sz="1550" spc="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security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groups,</a:t>
            </a:r>
            <a:r>
              <a:rPr dirty="0" sz="1550" spc="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manage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roles</a:t>
            </a:r>
            <a:r>
              <a:rPr dirty="0" sz="1550" spc="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permissions,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configure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row-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level</a:t>
            </a:r>
            <a:r>
              <a:rPr dirty="0" sz="1550" spc="9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security.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550" spc="65">
                <a:latin typeface="Tahoma"/>
                <a:cs typeface="Tahoma"/>
              </a:rPr>
              <a:t>Usage</a:t>
            </a:r>
            <a:r>
              <a:rPr dirty="0" sz="1550" spc="-25">
                <a:latin typeface="Tahoma"/>
                <a:cs typeface="Tahoma"/>
              </a:rPr>
              <a:t> </a:t>
            </a:r>
            <a:r>
              <a:rPr dirty="0" sz="1550" spc="75">
                <a:latin typeface="Tahoma"/>
                <a:cs typeface="Tahoma"/>
              </a:rPr>
              <a:t>Monitoring</a:t>
            </a:r>
            <a:endParaRPr sz="1550">
              <a:latin typeface="Tahoma"/>
              <a:cs typeface="Tahoma"/>
            </a:endParaRPr>
          </a:p>
          <a:p>
            <a:pPr marL="12700" marR="271145">
              <a:lnSpc>
                <a:spcPts val="2390"/>
              </a:lnSpc>
              <a:spcBef>
                <a:spcPts val="160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provides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range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usage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monitoring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features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enable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track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your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being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used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identify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any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issues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anomalies.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will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explore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dirty="0" sz="1550" spc="4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monitor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usage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metrics,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set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up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alerts,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configure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usage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reports.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550">
                <a:latin typeface="Tahoma"/>
                <a:cs typeface="Tahoma"/>
              </a:rPr>
              <a:t>Data</a:t>
            </a:r>
            <a:r>
              <a:rPr dirty="0" sz="1550" spc="114">
                <a:latin typeface="Tahoma"/>
                <a:cs typeface="Tahoma"/>
              </a:rPr>
              <a:t> </a:t>
            </a:r>
            <a:r>
              <a:rPr dirty="0" sz="1550">
                <a:latin typeface="Tahoma"/>
                <a:cs typeface="Tahoma"/>
              </a:rPr>
              <a:t>Refresh</a:t>
            </a:r>
            <a:r>
              <a:rPr dirty="0" sz="1550" spc="114">
                <a:latin typeface="Tahoma"/>
                <a:cs typeface="Tahoma"/>
              </a:rPr>
              <a:t> </a:t>
            </a:r>
            <a:r>
              <a:rPr dirty="0" sz="1550" spc="-10">
                <a:latin typeface="Tahoma"/>
                <a:cs typeface="Tahoma"/>
              </a:rPr>
              <a:t>Settings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ct val="128000"/>
              </a:lnSpc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provides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range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refresh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settings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enable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control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frequently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your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refreshed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and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ensure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up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date.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We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will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explore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how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to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configure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refresh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schedules,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manage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sources,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troubleshoot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1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refresh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issues.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CONCLUSION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950" spc="55">
                <a:latin typeface="Tahoma"/>
                <a:cs typeface="Tahoma"/>
              </a:rPr>
              <a:t>Powerful</a:t>
            </a:r>
            <a:r>
              <a:rPr dirty="0" sz="1950" spc="-40">
                <a:latin typeface="Tahoma"/>
                <a:cs typeface="Tahoma"/>
              </a:rPr>
              <a:t> </a:t>
            </a:r>
            <a:r>
              <a:rPr dirty="0" sz="1950" spc="50">
                <a:latin typeface="Tahoma"/>
                <a:cs typeface="Tahoma"/>
              </a:rPr>
              <a:t>data</a:t>
            </a:r>
            <a:r>
              <a:rPr dirty="0" sz="1950" spc="-3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analytics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provides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powerful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analytics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enable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businesses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 to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 make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informed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decisions.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950" spc="50">
                <a:latin typeface="Tahoma"/>
                <a:cs typeface="Tahoma"/>
              </a:rPr>
              <a:t>User-</a:t>
            </a:r>
            <a:r>
              <a:rPr dirty="0" sz="1950">
                <a:latin typeface="Tahoma"/>
                <a:cs typeface="Tahoma"/>
              </a:rPr>
              <a:t>friendly</a:t>
            </a:r>
            <a:r>
              <a:rPr dirty="0" sz="1950" spc="32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interface</a:t>
            </a: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has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user-friendly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interface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makes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it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easy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users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10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create</a:t>
            </a:r>
            <a:r>
              <a:rPr dirty="0" sz="1550" spc="10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share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reports.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950">
                <a:latin typeface="Tahoma"/>
                <a:cs typeface="Tahoma"/>
              </a:rPr>
              <a:t>Real-time</a:t>
            </a:r>
            <a:r>
              <a:rPr dirty="0" sz="1950" spc="265">
                <a:latin typeface="Tahoma"/>
                <a:cs typeface="Tahoma"/>
              </a:rPr>
              <a:t> </a:t>
            </a:r>
            <a:r>
              <a:rPr dirty="0" sz="1950" spc="35">
                <a:latin typeface="Tahoma"/>
                <a:cs typeface="Tahoma"/>
              </a:rPr>
              <a:t>data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83734" y="1229988"/>
            <a:ext cx="8521065" cy="243903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550" spc="75">
                <a:solidFill>
                  <a:srgbClr val="212121"/>
                </a:solidFill>
                <a:latin typeface="Tahoma"/>
                <a:cs typeface="Tahoma"/>
              </a:rPr>
              <a:t>monitoring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ts val="2390"/>
              </a:lnSpc>
              <a:spcBef>
                <a:spcPts val="130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allows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businesses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monitor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data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real-time,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making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it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easy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identify</a:t>
            </a:r>
            <a:r>
              <a:rPr dirty="0" sz="1550" spc="9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trends</a:t>
            </a:r>
            <a:r>
              <a:rPr dirty="0" sz="1550" spc="8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and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make</a:t>
            </a:r>
            <a:r>
              <a:rPr dirty="0" sz="1550" spc="-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quick</a:t>
            </a:r>
            <a:r>
              <a:rPr dirty="0" sz="1550" spc="-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decisions.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950" spc="75">
                <a:latin typeface="Tahoma"/>
                <a:cs typeface="Tahoma"/>
              </a:rPr>
              <a:t>Collaboration</a:t>
            </a:r>
            <a:r>
              <a:rPr dirty="0" sz="1950" spc="5">
                <a:latin typeface="Tahoma"/>
                <a:cs typeface="Tahoma"/>
              </a:rPr>
              <a:t> </a:t>
            </a:r>
            <a:r>
              <a:rPr dirty="0" sz="1950" spc="45">
                <a:latin typeface="Tahoma"/>
                <a:cs typeface="Tahoma"/>
              </a:rPr>
              <a:t>and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sharing</a:t>
            </a:r>
            <a:endParaRPr sz="1550">
              <a:latin typeface="Tahoma"/>
              <a:cs typeface="Tahoma"/>
            </a:endParaRPr>
          </a:p>
          <a:p>
            <a:pPr marL="12700" marR="930275">
              <a:lnSpc>
                <a:spcPts val="2390"/>
              </a:lnSpc>
              <a:spcBef>
                <a:spcPts val="70"/>
              </a:spcBef>
            </a:pPr>
            <a:r>
              <a:rPr dirty="0" sz="1550" spc="70">
                <a:solidFill>
                  <a:srgbClr val="212121"/>
                </a:solidFill>
                <a:latin typeface="Tahoma"/>
                <a:cs typeface="Tahoma"/>
              </a:rPr>
              <a:t>Power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-114">
                <a:solidFill>
                  <a:srgbClr val="212121"/>
                </a:solidFill>
                <a:latin typeface="Tahoma"/>
                <a:cs typeface="Tahoma"/>
              </a:rPr>
              <a:t>BI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enables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users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collaborate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share</a:t>
            </a:r>
            <a:r>
              <a:rPr dirty="0" sz="1550" spc="3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212121"/>
                </a:solidFill>
                <a:latin typeface="Tahoma"/>
                <a:cs typeface="Tahoma"/>
              </a:rPr>
              <a:t>reports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12121"/>
                </a:solidFill>
                <a:latin typeface="Tahoma"/>
                <a:cs typeface="Tahoma"/>
              </a:rPr>
              <a:t>easily,</a:t>
            </a:r>
            <a:r>
              <a:rPr dirty="0" sz="1550" spc="3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212121"/>
                </a:solidFill>
                <a:latin typeface="Tahoma"/>
                <a:cs typeface="Tahoma"/>
              </a:rPr>
              <a:t>improving </a:t>
            </a:r>
            <a:r>
              <a:rPr dirty="0" sz="1550" spc="65">
                <a:solidFill>
                  <a:srgbClr val="212121"/>
                </a:solidFill>
                <a:latin typeface="Tahoma"/>
                <a:cs typeface="Tahoma"/>
              </a:rPr>
              <a:t>communication</a:t>
            </a:r>
            <a:r>
              <a:rPr dirty="0" sz="1550" spc="-15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212121"/>
                </a:solidFill>
                <a:latin typeface="Tahoma"/>
                <a:cs typeface="Tahoma"/>
              </a:rPr>
              <a:t>decision-</a:t>
            </a:r>
            <a:r>
              <a:rPr dirty="0" sz="1550" spc="-10">
                <a:solidFill>
                  <a:srgbClr val="212121"/>
                </a:solidFill>
                <a:latin typeface="Tahoma"/>
                <a:cs typeface="Tahoma"/>
              </a:rPr>
              <a:t> making.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2025-12-06T09:01:23Z</dcterms:created>
  <dcterms:modified xsi:type="dcterms:W3CDTF">2025-12-06T09:01:23Z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2025-12-06T00:00:00Z</vt:filetime>
  </property>
  <property fmtid="{D5CDD505-2E9C-101B-9397-08002B2CF9AE}" pid="3" name="LastSaved">
    <vt:filetime>2025-12-06T00:00:00Z</vt:filetime>
  </property>
</Properties>
</file>